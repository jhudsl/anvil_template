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video will show you how to add members to your Google Cloud Platform Billing Account.  If you have not already created a GCP Billing Account, go ahead and do </a:t>
            </a:r>
            <a:r>
              <a:rPr lang="en"/>
              <a:t>that first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cf1264c749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cf1264c749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Except where otherwise indicated, this content is available for use under CC B Y 4.0.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15e284bdc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115e284bdc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get started, </a:t>
            </a:r>
            <a:r>
              <a:rPr lang="en">
                <a:solidFill>
                  <a:schemeClr val="dk1"/>
                </a:solidFill>
              </a:rPr>
              <a:t>log in to the Google Cloud Platform console using the Google </a:t>
            </a:r>
            <a:r>
              <a:rPr lang="en">
                <a:solidFill>
                  <a:schemeClr val="dk1"/>
                </a:solidFill>
              </a:rPr>
              <a:t>ID</a:t>
            </a:r>
            <a:r>
              <a:rPr lang="en"/>
              <a:t> associated with your Billing Account.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5e284bdc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5e284bdc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 the dropdown menu on the top left and click on Billing.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15e284bdc2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115e284bdc2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may be automatically directed to view a specific Billing Account. If you see information about a single account, you can get back to the list of all your Billing Accounts by clicking “Manage Billing Accounts” from the drop-down menu.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6e2c647a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116e2c647a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Check the box next to the Billing Account you wish to add a member to, then click “ADD MEMBER” on the right.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6e2c647a7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16e2c647a7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Enter their Google ID in the text box. In the drop-down menu, mouse over Billing, then choose the appropriate role.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16e2c647a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16e2c647a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Members can be added with a few different permission levels, but generally the most useful are “User” and “Viewer”.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have a great deal of power over spending - they can create new “Billing Projects” and control who can spend money on those projects. If there is a lab or accounts manager responsible for expenses, it may make sense to add them as a Billing Account User. If you wish to retain full control over who can spend money on GCP, you should not add any Users.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Viewers can see the activity in the Billing Account but can’t make any changes. This can be useful for finance staff who need access to the reports, or for </a:t>
            </a:r>
            <a:r>
              <a:rPr lang="en"/>
              <a:t>lab</a:t>
            </a:r>
            <a:r>
              <a:rPr lang="en"/>
              <a:t> members to monitor their own spending.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Anyone you wish to add to the Billing Account will need their own Google ID.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16e2c647a7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16e2c647a7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Once you have selected a role, </a:t>
            </a:r>
            <a:r>
              <a:rPr lang="en"/>
              <a:t>click</a:t>
            </a:r>
            <a:r>
              <a:rPr lang="en"/>
              <a:t> “Save” to complete the process.  The new member should now be able to access this Billing Account through Google Cloud Platform.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1" name="Google Shape;11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" name="Google Shape;15;p2"/>
          <p:cNvSpPr/>
          <p:nvPr/>
        </p:nvSpPr>
        <p:spPr>
          <a:xfrm rot="5400000">
            <a:off x="7500300" y="5"/>
            <a:ext cx="1643700" cy="1643700"/>
          </a:xfrm>
          <a:prstGeom prst="diagStripe">
            <a:avLst>
              <a:gd fmla="val 0" name="adj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None/>
              <a:defRPr sz="2800">
                <a:solidFill>
                  <a:srgbClr val="43434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52847" y="4331125"/>
            <a:ext cx="810900" cy="71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0" l="17840" r="20320" t="0"/>
          <a:stretch/>
        </p:blipFill>
        <p:spPr>
          <a:xfrm>
            <a:off x="6969175" y="4319250"/>
            <a:ext cx="810900" cy="73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90688" y="4466350"/>
            <a:ext cx="1277302" cy="372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4" name="Google Shape;24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" name="Google Shape;42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oogle Shape;46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7" name="Google Shape;47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9250" lvl="0" marL="457200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6550" lvl="1" marL="9144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51" name="Google Shape;5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5" name="Google Shape;55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5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5"/>
          <p:cNvSpPr txBox="1"/>
          <p:nvPr/>
        </p:nvSpPr>
        <p:spPr>
          <a:xfrm>
            <a:off x="1409625" y="1455425"/>
            <a:ext cx="37395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Except where otherwise indicated, The contents of this slide presentation are available for use under the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license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. 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You are free to adapt and share the work, but you must give appropriate credit, provide a link to the license, and indicate if changes were made.</a:t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Sample attribution: </a:t>
            </a:r>
            <a:r>
              <a:rPr lang="en">
                <a:latin typeface="Lato"/>
                <a:ea typeface="Lato"/>
                <a:cs typeface="Lato"/>
                <a:sym typeface="Lato"/>
              </a:rPr>
              <a:t>[Title of work] by Johns Hopkins Data Science Lab. </a:t>
            </a:r>
            <a:r>
              <a:rPr lang="en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 4.0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0" name="Google Shape;60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5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6"/>
          <p:cNvSpPr txBox="1"/>
          <p:nvPr>
            <p:ph type="title"/>
          </p:nvPr>
        </p:nvSpPr>
        <p:spPr>
          <a:xfrm>
            <a:off x="1297500" y="393750"/>
            <a:ext cx="78072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7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Google Shape;78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9" name="Google Shape;79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8" name="Google Shape;9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8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2" name="Google Shape;102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None/>
              <a:defRPr sz="1800">
                <a:solidFill>
                  <a:srgbClr val="666666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06" name="Google Shape;106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23850" lvl="1" marL="9144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2pPr>
            <a:lvl3pPr indent="-323850" lvl="2" marL="13716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3pPr>
            <a:lvl4pPr indent="-323850" lvl="3" marL="18288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4pPr>
            <a:lvl5pPr indent="-323850" lvl="4" marL="22860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5pPr>
            <a:lvl6pPr indent="-323850" lvl="5" marL="27432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6pPr>
            <a:lvl7pPr indent="-323850" lvl="6" marL="3200400" rtl="0"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500"/>
            </a:lvl7pPr>
            <a:lvl8pPr indent="-323850" lvl="7" marL="365760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 sz="1500"/>
            </a:lvl8pPr>
            <a:lvl9pPr indent="-323850" lvl="8" marL="4114800" rtl="0">
              <a:spcBef>
                <a:spcPts val="0"/>
              </a:spcBef>
              <a:spcAft>
                <a:spcPts val="0"/>
              </a:spcAft>
              <a:buSzPts val="1500"/>
              <a:buChar char="■"/>
              <a:defRPr sz="1500"/>
            </a:lvl9pPr>
          </a:lstStyle>
          <a:p/>
        </p:txBody>
      </p:sp>
      <p:sp>
        <p:nvSpPr>
          <p:cNvPr id="107" name="Google Shape;10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9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10"/>
          <p:cNvGrpSpPr/>
          <p:nvPr/>
        </p:nvGrpSpPr>
        <p:grpSpPr>
          <a:xfrm>
            <a:off x="43237" y="4724428"/>
            <a:ext cx="428721" cy="393609"/>
            <a:chOff x="0" y="3785672"/>
            <a:chExt cx="698925" cy="684657"/>
          </a:xfrm>
        </p:grpSpPr>
        <p:sp>
          <p:nvSpPr>
            <p:cNvPr id="111" name="Google Shape;11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0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</a:lstStyle>
          <a:p/>
        </p:txBody>
      </p:sp>
      <p:sp>
        <p:nvSpPr>
          <p:cNvPr id="114" name="Google Shape;11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18" name="Google Shape;118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002D7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rgbClr val="68ACE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37" name="Google Shape;137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8" name="Google Shape;13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11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12"/>
          <p:cNvSpPr txBox="1"/>
          <p:nvPr/>
        </p:nvSpPr>
        <p:spPr>
          <a:xfrm>
            <a:off x="6831575" y="4751875"/>
            <a:ext cx="1724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CC-BY  jhudatascience.org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console.cloud.google.com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onsole.cloud.google.com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onsole.cloud.google.com/billing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onsole.cloud.google.com/billing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onsole.cloud.google.com/billing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onsole.cloud.google.com/billing/" TargetMode="External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/>
          <p:nvPr>
            <p:ph type="ctrTitle"/>
          </p:nvPr>
        </p:nvSpPr>
        <p:spPr>
          <a:xfrm>
            <a:off x="3537150" y="1578375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 Members to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GCP Billing</a:t>
            </a:r>
            <a:endParaRPr/>
          </a:p>
        </p:txBody>
      </p:sp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2997775" y="3033950"/>
            <a:ext cx="59394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“Users” and “Viewers”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Terms of Use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1726" y="2173675"/>
            <a:ext cx="2275450" cy="796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https://console.cloud.google.com/</a:t>
            </a:r>
            <a:r>
              <a:rPr lang="en"/>
              <a:t> menu 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60" name="Google Shape;16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98488"/>
            <a:ext cx="8839204" cy="194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https://console.cloud.google.com/</a:t>
            </a:r>
            <a:r>
              <a:rPr lang="en"/>
              <a:t> select billing from menu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66" name="Google Shape;16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98488"/>
            <a:ext cx="8839204" cy="194652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/>
          <p:nvPr/>
        </p:nvSpPr>
        <p:spPr>
          <a:xfrm>
            <a:off x="215675" y="2657838"/>
            <a:ext cx="795600" cy="3237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418425" y="4682350"/>
            <a:ext cx="62904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https://console.cloud.google.com/billing/</a:t>
            </a:r>
            <a:r>
              <a:rPr lang="en"/>
              <a:t> dropdown menu for an individual billing account 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73" name="Google Shape;17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173363"/>
            <a:ext cx="8839204" cy="27967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67250" y="1768757"/>
            <a:ext cx="2038350" cy="123824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/>
          <p:nvPr/>
        </p:nvSpPr>
        <p:spPr>
          <a:xfrm>
            <a:off x="2867250" y="1504750"/>
            <a:ext cx="10296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2895900" y="2643225"/>
            <a:ext cx="18702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https://console.cloud.google.com/billing/</a:t>
            </a:r>
            <a:r>
              <a:rPr lang="en"/>
              <a:t> add member to billing account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82" name="Google Shape;18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03538"/>
            <a:ext cx="8839204" cy="2136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/>
          <p:nvPr/>
        </p:nvSpPr>
        <p:spPr>
          <a:xfrm>
            <a:off x="323450" y="3307775"/>
            <a:ext cx="3753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7771800" y="2887125"/>
            <a:ext cx="10296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https://console.cloud.google.com/billing/</a:t>
            </a:r>
            <a:r>
              <a:rPr lang="en"/>
              <a:t> add billing account viewer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</p:txBody>
      </p:sp>
      <p:pic>
        <p:nvPicPr>
          <p:cNvPr id="190" name="Google Shape;19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425" y="382975"/>
            <a:ext cx="5209646" cy="437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1663900" y="3429000"/>
            <a:ext cx="11595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348700" y="3659475"/>
            <a:ext cx="1029600" cy="264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1297500" y="393750"/>
            <a:ext cx="77238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98" name="Google Shape;198;p20"/>
          <p:cNvSpPr txBox="1"/>
          <p:nvPr>
            <p:ph idx="1" type="body"/>
          </p:nvPr>
        </p:nvSpPr>
        <p:spPr>
          <a:xfrm>
            <a:off x="1297500" y="1307850"/>
            <a:ext cx="7038900" cy="33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Users</a:t>
            </a:r>
            <a:r>
              <a:rPr lang="en" sz="2000"/>
              <a:t> 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create new “Billing Projects”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control who can spend money on those projects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Useful for</a:t>
            </a:r>
            <a:r>
              <a:rPr lang="en" sz="1800"/>
              <a:t>:  lab or accounts manager</a:t>
            </a:r>
            <a:endParaRPr sz="18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" sz="2000"/>
              <a:t>Viewers</a:t>
            </a:r>
            <a:r>
              <a:rPr lang="en" sz="2000"/>
              <a:t> </a:t>
            </a:r>
            <a:endParaRPr sz="20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see activity but can’t make any changes </a:t>
            </a:r>
            <a:endParaRPr sz="18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b="1" lang="en" sz="1800"/>
              <a:t>Useful for</a:t>
            </a:r>
            <a:r>
              <a:rPr lang="en" sz="1800"/>
              <a:t>: </a:t>
            </a:r>
            <a:r>
              <a:rPr lang="en" sz="1800"/>
              <a:t>finance staff, lab members to monitor spending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All members need their own Google ID.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418425" y="4682350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https://console.cloud.google.com/billing/</a:t>
            </a:r>
            <a:r>
              <a:rPr lang="en"/>
              <a:t> save  billing account viewer screenshot by Katherine Cox. 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CC-BY-4.0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6375" y="382975"/>
            <a:ext cx="5430024" cy="43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297150" y="4325350"/>
            <a:ext cx="615600" cy="3954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000000"/>
      </a:lt1>
      <a:dk2>
        <a:srgbClr val="000000"/>
      </a:dk2>
      <a:lt2>
        <a:srgbClr val="000000"/>
      </a:lt2>
      <a:accent1>
        <a:srgbClr val="DABF24"/>
      </a:accent1>
      <a:accent2>
        <a:srgbClr val="DABF24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