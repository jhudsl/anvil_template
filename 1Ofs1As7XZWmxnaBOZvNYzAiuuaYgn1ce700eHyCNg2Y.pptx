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view spending reports for your Google Cloud Platform expenses.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to Google Cloud Platform using the Google ID associated with your Google Cloud Billing Account.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5e284bdc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5e284bdc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the dropdown menu on the top left and click on Billing.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5e284bdc2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5e284bdc2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may be automatically directed to view a specific Billing Account. If you see information about a single account (and it’s not the one you’re interested in), you can get back to the list of all your Billing Accounts by clicking “Manage Billing Accounts” from the drop-down menu.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5e284bdc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5e284bdc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name of the Billing Account you want to view spending for.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4972910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4972910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 at the top of the Overview tab to see your month-to-date spending.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49729109c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49729109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Scroll further down the Overview tab to show your top projects.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49729109c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49729109c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Reports tab to see more detailed information about each of your billing projects. This is probably the most useful tab for exploring costs of individual projects over time.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49729109c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49729109c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on the Cost table tab to obtain a convenient table of spending per project.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View Spend in</a:t>
            </a:r>
            <a:r>
              <a:rPr lang="en"/>
              <a:t> </a:t>
            </a:r>
            <a:r>
              <a:rPr lang="en"/>
              <a:t>GCP console</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1598488"/>
            <a:ext cx="8839204" cy="1946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select billing from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1598488"/>
            <a:ext cx="8839204" cy="1946524"/>
          </a:xfrm>
          <a:prstGeom prst="rect">
            <a:avLst/>
          </a:prstGeom>
          <a:noFill/>
          <a:ln>
            <a:noFill/>
          </a:ln>
        </p:spPr>
      </p:pic>
      <p:sp>
        <p:nvSpPr>
          <p:cNvPr id="167" name="Google Shape;167;p16"/>
          <p:cNvSpPr/>
          <p:nvPr/>
        </p:nvSpPr>
        <p:spPr>
          <a:xfrm>
            <a:off x="215675" y="2657838"/>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idx="1" type="body"/>
          </p:nvPr>
        </p:nvSpPr>
        <p:spPr>
          <a:xfrm>
            <a:off x="418425" y="4682350"/>
            <a:ext cx="62904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dropdown menu for an individual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3" name="Google Shape;173;p17"/>
          <p:cNvPicPr preferRelativeResize="0"/>
          <p:nvPr/>
        </p:nvPicPr>
        <p:blipFill>
          <a:blip r:embed="rId5">
            <a:alphaModFix/>
          </a:blip>
          <a:stretch>
            <a:fillRect/>
          </a:stretch>
        </p:blipFill>
        <p:spPr>
          <a:xfrm>
            <a:off x="152400" y="1173363"/>
            <a:ext cx="8839204" cy="2796779"/>
          </a:xfrm>
          <a:prstGeom prst="rect">
            <a:avLst/>
          </a:prstGeom>
          <a:noFill/>
          <a:ln>
            <a:noFill/>
          </a:ln>
        </p:spPr>
      </p:pic>
      <p:pic>
        <p:nvPicPr>
          <p:cNvPr id="174" name="Google Shape;174;p17"/>
          <p:cNvPicPr preferRelativeResize="0"/>
          <p:nvPr/>
        </p:nvPicPr>
        <p:blipFill>
          <a:blip r:embed="rId6">
            <a:alphaModFix/>
          </a:blip>
          <a:stretch>
            <a:fillRect/>
          </a:stretch>
        </p:blipFill>
        <p:spPr>
          <a:xfrm>
            <a:off x="2867250" y="1768757"/>
            <a:ext cx="2038350" cy="1238243"/>
          </a:xfrm>
          <a:prstGeom prst="rect">
            <a:avLst/>
          </a:prstGeom>
          <a:noFill/>
          <a:ln>
            <a:noFill/>
          </a:ln>
        </p:spPr>
      </p:pic>
      <p:sp>
        <p:nvSpPr>
          <p:cNvPr id="175" name="Google Shape;175;p17"/>
          <p:cNvSpPr/>
          <p:nvPr/>
        </p:nvSpPr>
        <p:spPr>
          <a:xfrm>
            <a:off x="2867250" y="1504750"/>
            <a:ext cx="10296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895900" y="2643225"/>
            <a:ext cx="18702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a:blip r:embed="rId5">
            <a:alphaModFix/>
          </a:blip>
          <a:stretch>
            <a:fillRect/>
          </a:stretch>
        </p:blipFill>
        <p:spPr>
          <a:xfrm>
            <a:off x="152400" y="1505688"/>
            <a:ext cx="8839204" cy="2132113"/>
          </a:xfrm>
          <a:prstGeom prst="rect">
            <a:avLst/>
          </a:prstGeom>
          <a:noFill/>
          <a:ln>
            <a:noFill/>
          </a:ln>
        </p:spPr>
      </p:pic>
      <p:sp>
        <p:nvSpPr>
          <p:cNvPr id="183" name="Google Shape;183;p18"/>
          <p:cNvSpPr/>
          <p:nvPr/>
        </p:nvSpPr>
        <p:spPr>
          <a:xfrm>
            <a:off x="634975" y="3314100"/>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billing overview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9" name="Google Shape;189;p19"/>
          <p:cNvPicPr preferRelativeResize="0"/>
          <p:nvPr/>
        </p:nvPicPr>
        <p:blipFill>
          <a:blip r:embed="rId5">
            <a:alphaModFix/>
          </a:blip>
          <a:stretch>
            <a:fillRect/>
          </a:stretch>
        </p:blipFill>
        <p:spPr>
          <a:xfrm>
            <a:off x="152400" y="1231625"/>
            <a:ext cx="8839204" cy="2680247"/>
          </a:xfrm>
          <a:prstGeom prst="rect">
            <a:avLst/>
          </a:prstGeom>
          <a:noFill/>
          <a:ln>
            <a:noFill/>
          </a:ln>
        </p:spPr>
      </p:pic>
      <p:sp>
        <p:nvSpPr>
          <p:cNvPr id="190" name="Google Shape;190;p19"/>
          <p:cNvSpPr/>
          <p:nvPr/>
        </p:nvSpPr>
        <p:spPr>
          <a:xfrm>
            <a:off x="246475" y="1977725"/>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accent5"/>
                </a:solidFill>
                <a:hlinkClick r:id="rId3">
                  <a:extLst>
                    <a:ext uri="{A12FA001-AC4F-418D-AE19-62706E023703}">
                      <ahyp:hlinkClr val="tx"/>
                    </a:ext>
                  </a:extLst>
                </a:hlinkClick>
              </a:rPr>
              <a:t>https://console.cloud.google.com/billing/</a:t>
            </a:r>
            <a:r>
              <a:rPr lang="en"/>
              <a:t> view top projects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6" name="Google Shape;196;p20"/>
          <p:cNvPicPr preferRelativeResize="0"/>
          <p:nvPr/>
        </p:nvPicPr>
        <p:blipFill>
          <a:blip r:embed="rId5">
            <a:alphaModFix/>
          </a:blip>
          <a:stretch>
            <a:fillRect/>
          </a:stretch>
        </p:blipFill>
        <p:spPr>
          <a:xfrm>
            <a:off x="152400" y="500063"/>
            <a:ext cx="8839204" cy="41433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view reports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2" name="Google Shape;202;p21"/>
          <p:cNvPicPr preferRelativeResize="0"/>
          <p:nvPr/>
        </p:nvPicPr>
        <p:blipFill>
          <a:blip r:embed="rId5">
            <a:alphaModFix/>
          </a:blip>
          <a:stretch>
            <a:fillRect/>
          </a:stretch>
        </p:blipFill>
        <p:spPr>
          <a:xfrm>
            <a:off x="152400" y="504375"/>
            <a:ext cx="8839204" cy="4134745"/>
          </a:xfrm>
          <a:prstGeom prst="rect">
            <a:avLst/>
          </a:prstGeom>
          <a:noFill/>
          <a:ln>
            <a:noFill/>
          </a:ln>
        </p:spPr>
      </p:pic>
      <p:sp>
        <p:nvSpPr>
          <p:cNvPr id="203" name="Google Shape;203;p21"/>
          <p:cNvSpPr/>
          <p:nvPr/>
        </p:nvSpPr>
        <p:spPr>
          <a:xfrm>
            <a:off x="246475" y="1837875"/>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view cost table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9" name="Google Shape;209;p22"/>
          <p:cNvPicPr preferRelativeResize="0"/>
          <p:nvPr/>
        </p:nvPicPr>
        <p:blipFill>
          <a:blip r:embed="rId5">
            <a:alphaModFix/>
          </a:blip>
          <a:stretch>
            <a:fillRect/>
          </a:stretch>
        </p:blipFill>
        <p:spPr>
          <a:xfrm>
            <a:off x="181588" y="382975"/>
            <a:ext cx="8780826" cy="4377550"/>
          </a:xfrm>
          <a:prstGeom prst="rect">
            <a:avLst/>
          </a:prstGeom>
          <a:noFill/>
          <a:ln>
            <a:noFill/>
          </a:ln>
        </p:spPr>
      </p:pic>
      <p:sp>
        <p:nvSpPr>
          <p:cNvPr id="210" name="Google Shape;210;p22"/>
          <p:cNvSpPr/>
          <p:nvPr/>
        </p:nvSpPr>
        <p:spPr>
          <a:xfrm>
            <a:off x="246475" y="2024325"/>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