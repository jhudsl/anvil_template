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cf1264c74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cf1264c74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Except where otherwise indicated, this content is available for use under CC B Y 4.0.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c9add9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2c9add9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highlight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c9add98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c9add98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Terra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1" name="Google Shape;11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52847" y="4331125"/>
            <a:ext cx="810900" cy="7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0" l="17840" r="20320" t="0"/>
          <a:stretch/>
        </p:blipFill>
        <p:spPr>
          <a:xfrm>
            <a:off x="6969175" y="4319250"/>
            <a:ext cx="810900" cy="73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0688" y="4466350"/>
            <a:ext cx="1277302" cy="37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4" name="Google Shape;24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7" name="Google Shape;47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5" name="Google Shape;55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5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1409625" y="1455425"/>
            <a:ext cx="3739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Except where otherwise indicated, The contents of this slide presentation are available for use under the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license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You are free to adapt and share the work, but you must give appropriate credit, provide a link to the license, and indicate if changes were made.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Sample attribution: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[Title of work] by Johns Hopkins Data Science Lab.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 4.0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0" name="Google Shape;6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6"/>
          <p:cNvSpPr txBox="1"/>
          <p:nvPr>
            <p:ph type="title"/>
          </p:nvPr>
        </p:nvSpPr>
        <p:spPr>
          <a:xfrm>
            <a:off x="1297500" y="393750"/>
            <a:ext cx="7807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9" name="Google Shape;79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2" name="Google Shape;102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1800">
                <a:solidFill>
                  <a:srgbClr val="66666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6" name="Google Shape;106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07" name="Google Shape;10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9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0"/>
          <p:cNvGrpSpPr/>
          <p:nvPr/>
        </p:nvGrpSpPr>
        <p:grpSpPr>
          <a:xfrm>
            <a:off x="43237" y="4724428"/>
            <a:ext cx="428721" cy="393609"/>
            <a:chOff x="0" y="3785672"/>
            <a:chExt cx="698925" cy="684657"/>
          </a:xfrm>
        </p:grpSpPr>
        <p:sp>
          <p:nvSpPr>
            <p:cNvPr id="111" name="Google Shape;11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0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14" name="Google Shape;11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0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8" name="Google Shape;11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8" name="Google Shape;13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Screenshots of AnVIL Homepage</a:t>
            </a:r>
            <a:endParaRPr/>
          </a:p>
        </p:txBody>
      </p:sp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 of Use</a:t>
            </a:r>
            <a:endParaRPr/>
          </a:p>
        </p:txBody>
      </p:sp>
      <p:pic>
        <p:nvPicPr>
          <p:cNvPr id="154" name="Google Shape;15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281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28148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/>
          <p:nvPr/>
        </p:nvSpPr>
        <p:spPr>
          <a:xfrm>
            <a:off x="304400" y="3413496"/>
            <a:ext cx="2003700" cy="9606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000000"/>
      </a:lt1>
      <a:dk2>
        <a:srgbClr val="000000"/>
      </a:dk2>
      <a:lt2>
        <a:srgbClr val="000000"/>
      </a:lt2>
      <a:accent1>
        <a:srgbClr val="DABF24"/>
      </a:accent1>
      <a:accent2>
        <a:srgbClr val="DABF24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