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6" Type="http://schemas.openxmlformats.org/officeDocument/2006/relationships/slide" Target="slides/slide1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This video will show you how to clone a Terra Workspace.  Workspaces are where analyses takes place on AnVIL.  Cloning an existing Workspace allows you to copy existing </a:t>
            </a:r>
            <a:r>
              <a:rPr lang="en">
                <a:solidFill>
                  <a:schemeClr val="dk1"/>
                </a:solidFill>
              </a:rPr>
              <a:t>documentation, </a:t>
            </a:r>
            <a:r>
              <a:rPr lang="en">
                <a:solidFill>
                  <a:schemeClr val="dk1"/>
                </a:solidFill>
              </a:rPr>
              <a:t>code</a:t>
            </a:r>
            <a:r>
              <a:rPr lang="en">
                <a:solidFill>
                  <a:schemeClr val="dk1"/>
                </a:solidFill>
              </a:rPr>
              <a:t>,</a:t>
            </a:r>
            <a:r>
              <a:rPr lang="en">
                <a:solidFill>
                  <a:schemeClr val="dk1"/>
                </a:solidFill>
              </a:rPr>
              <a:t> and/or data into your own experimental space so that you can use it yourself.  </a:t>
            </a:r>
            <a:r>
              <a:rPr lang="en">
                <a:solidFill>
                  <a:schemeClr val="dk1"/>
                </a:solidFill>
              </a:rPr>
              <a:t>Note that, before you can clone a Workspace, your instructor must first add you to a Billing Project, thereby granting you permission to rent computers through AnVIL.</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cf1264c749_0_1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cf1264c749_0_1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Except where otherwise indicated, this content is available for use under CC B Y 4.0.</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117989bd49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117989bd49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To get started, log in </a:t>
            </a:r>
            <a:r>
              <a:rPr lang="en">
                <a:solidFill>
                  <a:schemeClr val="dk1"/>
                </a:solidFill>
              </a:rPr>
              <a:t>Terra using your Google ID.</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117989bd49c_0_1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117989bd49c_0_1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Navigate to Workspaces by clicking the triple bar in the top left corner to access the drop-down menu, then clicking “Workspaces”.</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17144dbacd0_0_3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1" name="Google Shape;171;g17144dbacd0_0_3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You will be automatically directed to the “My Workspaces” tab.  Here you can see any Workspaces that have been shared with you, along with your permission level. Depending on how your instructor has set things up, you may or may not see any Workspaces in this tab.</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17144dbacd0_0_3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9" name="Google Shape;179;g17144dbacd0_0_3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If your instructor has shared the Workspace with you directly, look for the Workspace name under “My Workspaces”.</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17144dbacd0_0_3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7" name="Google Shape;187;g17144dbacd0_0_3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Otherwise, switch to the “Public” tab, and start typing the name of the Workspace into the search bar.</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17144dbacd0_0_3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5" name="Google Shape;195;g17144dbacd0_0_3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Click the teardrop button on the righthand side of the Workspace and then click “Clone”.</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117abafa453_0_5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4" name="Google Shape;204;g117abafa453_0_5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Alternatively, you can clone the Workspace from within the Workspace Dashboard instead of the search results by clicking on the teardrop button in the upper right.</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17144dbacd0_0_3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2" name="Google Shape;212;g17144dbacd0_0_3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Rename the copy to include your name. From the Billing project dropdown, make sure you select the billing project specified by your instructor. Check in with your instructor if you aren’t sure about this. Then select “Clone Workspace”.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17144dbacd0_0_5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2" name="Google Shape;222;g17144dbacd0_0_5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Thank you to everyone who contributed!</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 Id="rId3" Type="http://schemas.openxmlformats.org/officeDocument/2006/relationships/image" Target="../media/image7.png"/><Relationship Id="rId4"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creativecommons.org/licenses/by/4.0/" TargetMode="External"/><Relationship Id="rId3" Type="http://schemas.openxmlformats.org/officeDocument/2006/relationships/hyperlink" Target="https://creativecommons.org/licenses/by/4.0/" TargetMode="External"/><Relationship Id="rId4"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grpSp>
        <p:nvGrpSpPr>
          <p:cNvPr id="10" name="Google Shape;10;p2"/>
          <p:cNvGrpSpPr/>
          <p:nvPr/>
        </p:nvGrpSpPr>
        <p:grpSpPr>
          <a:xfrm>
            <a:off x="0" y="490"/>
            <a:ext cx="5153705" cy="5134399"/>
            <a:chOff x="0" y="75"/>
            <a:chExt cx="5153705" cy="5152950"/>
          </a:xfrm>
        </p:grpSpPr>
        <p:sp>
          <p:nvSpPr>
            <p:cNvPr id="11" name="Google Shape;11;p2"/>
            <p:cNvSpPr/>
            <p:nvPr/>
          </p:nvSpPr>
          <p:spPr>
            <a:xfrm rot="-5400000">
              <a:off x="455" y="-225"/>
              <a:ext cx="5152800" cy="5153700"/>
            </a:xfrm>
            <a:prstGeom prst="diagStripe">
              <a:avLst>
                <a:gd fmla="val 5000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rot="-5400000">
              <a:off x="150" y="1145825"/>
              <a:ext cx="3996600" cy="3996900"/>
            </a:xfrm>
            <a:prstGeom prst="diagStripe">
              <a:avLst>
                <a:gd fmla="val 58774"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1646" y="-75"/>
              <a:ext cx="2299800" cy="2300100"/>
            </a:xfrm>
            <a:prstGeom prst="diagStripe">
              <a:avLst>
                <a:gd fmla="val 50000" name="adj"/>
              </a:avLst>
            </a:prstGeom>
            <a:solidFill>
              <a:srgbClr val="68AC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flipH="1">
              <a:off x="652821" y="590035"/>
              <a:ext cx="2300100" cy="2299800"/>
            </a:xfrm>
            <a:prstGeom prst="diagStripe">
              <a:avLst>
                <a:gd fmla="val 50000" name="adj"/>
              </a:avLst>
            </a:prstGeom>
            <a:solidFill>
              <a:srgbClr val="002D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 name="Google Shape;15;p2"/>
          <p:cNvSpPr/>
          <p:nvPr/>
        </p:nvSpPr>
        <p:spPr>
          <a:xfrm rot="5400000">
            <a:off x="7500300" y="5"/>
            <a:ext cx="1643700" cy="1643700"/>
          </a:xfrm>
          <a:prstGeom prst="diagStripe">
            <a:avLst>
              <a:gd fmla="val 0" name="adj"/>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txBox="1"/>
          <p:nvPr>
            <p:ph type="ctrTitle"/>
          </p:nvPr>
        </p:nvSpPr>
        <p:spPr>
          <a:xfrm>
            <a:off x="3537150" y="1578375"/>
            <a:ext cx="5017500" cy="1578900"/>
          </a:xfrm>
          <a:prstGeom prst="rect">
            <a:avLst/>
          </a:prstGeom>
        </p:spPr>
        <p:txBody>
          <a:bodyPr anchorCtr="0" anchor="t" bIns="91425" lIns="91425" spcFirstLastPara="1" rIns="91425" wrap="square" tIns="91425">
            <a:normAutofit/>
          </a:bodyPr>
          <a:lstStyle>
            <a:lvl1pPr lvl="0" rtl="0" algn="ctr">
              <a:spcBef>
                <a:spcPts val="0"/>
              </a:spcBef>
              <a:spcAft>
                <a:spcPts val="0"/>
              </a:spcAft>
              <a:buSzPts val="4100"/>
              <a:buNone/>
              <a:defRPr sz="4100"/>
            </a:lvl1pPr>
            <a:lvl2pPr lvl="1" rtl="0">
              <a:spcBef>
                <a:spcPts val="0"/>
              </a:spcBef>
              <a:spcAft>
                <a:spcPts val="0"/>
              </a:spcAft>
              <a:buSzPts val="4000"/>
              <a:buNone/>
              <a:defRPr sz="4000"/>
            </a:lvl2pPr>
            <a:lvl3pPr lvl="2" rtl="0">
              <a:spcBef>
                <a:spcPts val="0"/>
              </a:spcBef>
              <a:spcAft>
                <a:spcPts val="0"/>
              </a:spcAft>
              <a:buSzPts val="4000"/>
              <a:buNone/>
              <a:defRPr sz="4000"/>
            </a:lvl3pPr>
            <a:lvl4pPr lvl="3" rtl="0">
              <a:spcBef>
                <a:spcPts val="0"/>
              </a:spcBef>
              <a:spcAft>
                <a:spcPts val="0"/>
              </a:spcAft>
              <a:buSzPts val="4000"/>
              <a:buNone/>
              <a:defRPr sz="4000"/>
            </a:lvl4pPr>
            <a:lvl5pPr lvl="4" rtl="0">
              <a:spcBef>
                <a:spcPts val="0"/>
              </a:spcBef>
              <a:spcAft>
                <a:spcPts val="0"/>
              </a:spcAft>
              <a:buSzPts val="4000"/>
              <a:buNone/>
              <a:defRPr sz="4000"/>
            </a:lvl5pPr>
            <a:lvl6pPr lvl="5" rtl="0">
              <a:spcBef>
                <a:spcPts val="0"/>
              </a:spcBef>
              <a:spcAft>
                <a:spcPts val="0"/>
              </a:spcAft>
              <a:buSzPts val="4000"/>
              <a:buNone/>
              <a:defRPr sz="4000"/>
            </a:lvl6pPr>
            <a:lvl7pPr lvl="6" rtl="0">
              <a:spcBef>
                <a:spcPts val="0"/>
              </a:spcBef>
              <a:spcAft>
                <a:spcPts val="0"/>
              </a:spcAft>
              <a:buSzPts val="4000"/>
              <a:buNone/>
              <a:defRPr sz="4000"/>
            </a:lvl7pPr>
            <a:lvl8pPr lvl="7" rtl="0">
              <a:spcBef>
                <a:spcPts val="0"/>
              </a:spcBef>
              <a:spcAft>
                <a:spcPts val="0"/>
              </a:spcAft>
              <a:buSzPts val="4000"/>
              <a:buNone/>
              <a:defRPr sz="4000"/>
            </a:lvl8pPr>
            <a:lvl9pPr lvl="8" rtl="0">
              <a:spcBef>
                <a:spcPts val="0"/>
              </a:spcBef>
              <a:spcAft>
                <a:spcPts val="0"/>
              </a:spcAft>
              <a:buSzPts val="4000"/>
              <a:buNone/>
              <a:defRPr sz="4000"/>
            </a:lvl9pPr>
          </a:lstStyle>
          <a:p/>
        </p:txBody>
      </p:sp>
      <p:sp>
        <p:nvSpPr>
          <p:cNvPr id="17" name="Google Shape;17;p2"/>
          <p:cNvSpPr txBox="1"/>
          <p:nvPr>
            <p:ph idx="1" type="subTitle"/>
          </p:nvPr>
        </p:nvSpPr>
        <p:spPr>
          <a:xfrm>
            <a:off x="2997775" y="3033950"/>
            <a:ext cx="5939400" cy="5061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Clr>
                <a:srgbClr val="434343"/>
              </a:buClr>
              <a:buSzPts val="2800"/>
              <a:buNone/>
              <a:defRPr sz="2800">
                <a:solidFill>
                  <a:srgbClr val="434343"/>
                </a:solidFill>
              </a:defRPr>
            </a:lvl1pPr>
            <a:lvl2pPr lvl="1" rtl="0">
              <a:lnSpc>
                <a:spcPct val="100000"/>
              </a:lnSpc>
              <a:spcBef>
                <a:spcPts val="0"/>
              </a:spcBef>
              <a:spcAft>
                <a:spcPts val="0"/>
              </a:spcAft>
              <a:buSzPts val="1300"/>
              <a:buNone/>
              <a:defRPr sz="1300"/>
            </a:lvl2pPr>
            <a:lvl3pPr lvl="2" rtl="0">
              <a:lnSpc>
                <a:spcPct val="100000"/>
              </a:lnSpc>
              <a:spcBef>
                <a:spcPts val="0"/>
              </a:spcBef>
              <a:spcAft>
                <a:spcPts val="0"/>
              </a:spcAft>
              <a:buSzPts val="1300"/>
              <a:buNone/>
              <a:defRPr sz="1300"/>
            </a:lvl3pPr>
            <a:lvl4pPr lvl="3" rtl="0">
              <a:lnSpc>
                <a:spcPct val="100000"/>
              </a:lnSpc>
              <a:spcBef>
                <a:spcPts val="0"/>
              </a:spcBef>
              <a:spcAft>
                <a:spcPts val="0"/>
              </a:spcAft>
              <a:buSzPts val="1300"/>
              <a:buNone/>
              <a:defRPr sz="1300"/>
            </a:lvl4pPr>
            <a:lvl5pPr lvl="4" rtl="0">
              <a:lnSpc>
                <a:spcPct val="100000"/>
              </a:lnSpc>
              <a:spcBef>
                <a:spcPts val="0"/>
              </a:spcBef>
              <a:spcAft>
                <a:spcPts val="0"/>
              </a:spcAft>
              <a:buSzPts val="1300"/>
              <a:buNone/>
              <a:defRPr sz="1300"/>
            </a:lvl5pPr>
            <a:lvl6pPr lvl="5" rtl="0">
              <a:lnSpc>
                <a:spcPct val="100000"/>
              </a:lnSpc>
              <a:spcBef>
                <a:spcPts val="0"/>
              </a:spcBef>
              <a:spcAft>
                <a:spcPts val="0"/>
              </a:spcAft>
              <a:buSzPts val="1300"/>
              <a:buNone/>
              <a:defRPr sz="1300"/>
            </a:lvl6pPr>
            <a:lvl7pPr lvl="6" rtl="0">
              <a:lnSpc>
                <a:spcPct val="100000"/>
              </a:lnSpc>
              <a:spcBef>
                <a:spcPts val="0"/>
              </a:spcBef>
              <a:spcAft>
                <a:spcPts val="0"/>
              </a:spcAft>
              <a:buSzPts val="1300"/>
              <a:buNone/>
              <a:defRPr sz="1300"/>
            </a:lvl7pPr>
            <a:lvl8pPr lvl="7" rtl="0">
              <a:lnSpc>
                <a:spcPct val="100000"/>
              </a:lnSpc>
              <a:spcBef>
                <a:spcPts val="0"/>
              </a:spcBef>
              <a:spcAft>
                <a:spcPts val="0"/>
              </a:spcAft>
              <a:buSzPts val="1300"/>
              <a:buNone/>
              <a:defRPr sz="1300"/>
            </a:lvl8pPr>
            <a:lvl9pPr lvl="8" rtl="0">
              <a:lnSpc>
                <a:spcPct val="100000"/>
              </a:lnSpc>
              <a:spcBef>
                <a:spcPts val="0"/>
              </a:spcBef>
              <a:spcAft>
                <a:spcPts val="0"/>
              </a:spcAft>
              <a:buSzPts val="1300"/>
              <a:buNone/>
              <a:defRPr sz="1300"/>
            </a:lvl9pPr>
          </a:lstStyle>
          <a:p/>
        </p:txBody>
      </p:sp>
      <p:sp>
        <p:nvSpPr>
          <p:cNvPr id="18" name="Google Shape;18;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pic>
        <p:nvPicPr>
          <p:cNvPr id="19" name="Google Shape;19;p2"/>
          <p:cNvPicPr preferRelativeResize="0"/>
          <p:nvPr/>
        </p:nvPicPr>
        <p:blipFill>
          <a:blip r:embed="rId2">
            <a:alphaModFix/>
          </a:blip>
          <a:stretch>
            <a:fillRect/>
          </a:stretch>
        </p:blipFill>
        <p:spPr>
          <a:xfrm>
            <a:off x="6052847" y="4331125"/>
            <a:ext cx="810900" cy="713825"/>
          </a:xfrm>
          <a:prstGeom prst="rect">
            <a:avLst/>
          </a:prstGeom>
          <a:noFill/>
          <a:ln>
            <a:noFill/>
          </a:ln>
        </p:spPr>
      </p:pic>
      <p:pic>
        <p:nvPicPr>
          <p:cNvPr id="20" name="Google Shape;20;p2"/>
          <p:cNvPicPr preferRelativeResize="0"/>
          <p:nvPr/>
        </p:nvPicPr>
        <p:blipFill rotWithShape="1">
          <a:blip r:embed="rId3">
            <a:alphaModFix/>
          </a:blip>
          <a:srcRect b="0" l="17840" r="20320" t="0"/>
          <a:stretch/>
        </p:blipFill>
        <p:spPr>
          <a:xfrm>
            <a:off x="6969175" y="4319250"/>
            <a:ext cx="810900" cy="737575"/>
          </a:xfrm>
          <a:prstGeom prst="rect">
            <a:avLst/>
          </a:prstGeom>
          <a:noFill/>
          <a:ln>
            <a:noFill/>
          </a:ln>
        </p:spPr>
      </p:pic>
      <p:pic>
        <p:nvPicPr>
          <p:cNvPr id="21" name="Google Shape;21;p2"/>
          <p:cNvPicPr preferRelativeResize="0"/>
          <p:nvPr/>
        </p:nvPicPr>
        <p:blipFill>
          <a:blip r:embed="rId4">
            <a:alphaModFix/>
          </a:blip>
          <a:stretch>
            <a:fillRect/>
          </a:stretch>
        </p:blipFill>
        <p:spPr>
          <a:xfrm>
            <a:off x="7790688" y="4466350"/>
            <a:ext cx="1277302" cy="37297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2" name="Shape 22"/>
        <p:cNvGrpSpPr/>
        <p:nvPr/>
      </p:nvGrpSpPr>
      <p:grpSpPr>
        <a:xfrm>
          <a:off x="0" y="0"/>
          <a:ext cx="0" cy="0"/>
          <a:chOff x="0" y="0"/>
          <a:chExt cx="0" cy="0"/>
        </a:xfrm>
      </p:grpSpPr>
      <p:grpSp>
        <p:nvGrpSpPr>
          <p:cNvPr id="23" name="Google Shape;23;p3"/>
          <p:cNvGrpSpPr/>
          <p:nvPr/>
        </p:nvGrpSpPr>
        <p:grpSpPr>
          <a:xfrm>
            <a:off x="4406400" y="0"/>
            <a:ext cx="4737600" cy="5143065"/>
            <a:chOff x="4406400" y="0"/>
            <a:chExt cx="4737600" cy="5143065"/>
          </a:xfrm>
        </p:grpSpPr>
        <p:sp>
          <p:nvSpPr>
            <p:cNvPr id="24" name="Google Shape;24;p3"/>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3"/>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3"/>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3"/>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3"/>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3"/>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3"/>
            <p:cNvSpPr/>
            <p:nvPr/>
          </p:nvSpPr>
          <p:spPr>
            <a:xfrm flipH="1">
              <a:off x="6908099" y="2069505"/>
              <a:ext cx="808800" cy="808800"/>
            </a:xfrm>
            <a:prstGeom prst="diagStripe">
              <a:avLst>
                <a:gd fmla="val 50000" name="adj"/>
              </a:avLst>
            </a:prstGeom>
            <a:solidFill>
              <a:srgbClr val="002D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3"/>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3"/>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3"/>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3"/>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3"/>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3"/>
            <p:cNvSpPr/>
            <p:nvPr/>
          </p:nvSpPr>
          <p:spPr>
            <a:xfrm rot="-5400000">
              <a:off x="7227414" y="3710807"/>
              <a:ext cx="808800" cy="808800"/>
            </a:xfrm>
            <a:prstGeom prst="diagStripe">
              <a:avLst>
                <a:gd fmla="val 50000" name="adj"/>
              </a:avLst>
            </a:prstGeom>
            <a:solidFill>
              <a:srgbClr val="68AC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3"/>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3"/>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3"/>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3"/>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2" name="Google Shape;42;p3"/>
          <p:cNvSpPr txBox="1"/>
          <p:nvPr>
            <p:ph type="title"/>
          </p:nvPr>
        </p:nvSpPr>
        <p:spPr>
          <a:xfrm>
            <a:off x="823850" y="2053000"/>
            <a:ext cx="4587000" cy="1148700"/>
          </a:xfrm>
          <a:prstGeom prst="rect">
            <a:avLst/>
          </a:prstGeom>
        </p:spPr>
        <p:txBody>
          <a:bodyPr anchorCtr="0" anchor="ctr" bIns="91425" lIns="91425" spcFirstLastPara="1" rIns="91425" wrap="square" tIns="91425">
            <a:normAutofit/>
          </a:bodyPr>
          <a:lstStyle>
            <a:lvl1pPr lvl="0" rtl="0">
              <a:spcBef>
                <a:spcPts val="0"/>
              </a:spcBef>
              <a:spcAft>
                <a:spcPts val="0"/>
              </a:spcAft>
              <a:buSzPts val="4100"/>
              <a:buNone/>
              <a:defRPr sz="41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3" name="Google Shape;43;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44" name="Google Shape;44;p3"/>
          <p:cNvSpPr txBox="1"/>
          <p:nvPr/>
        </p:nvSpPr>
        <p:spPr>
          <a:xfrm>
            <a:off x="6831575" y="4751875"/>
            <a:ext cx="1724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jhudatascience.org</a:t>
            </a:r>
            <a:endParaRPr sz="1000">
              <a:latin typeface="Lato"/>
              <a:ea typeface="Lato"/>
              <a:cs typeface="Lato"/>
              <a:sym typeface="Lato"/>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45" name="Shape 45"/>
        <p:cNvGrpSpPr/>
        <p:nvPr/>
      </p:nvGrpSpPr>
      <p:grpSpPr>
        <a:xfrm>
          <a:off x="0" y="0"/>
          <a:ext cx="0" cy="0"/>
          <a:chOff x="0" y="0"/>
          <a:chExt cx="0" cy="0"/>
        </a:xfrm>
      </p:grpSpPr>
      <p:grpSp>
        <p:nvGrpSpPr>
          <p:cNvPr id="46" name="Google Shape;46;p4"/>
          <p:cNvGrpSpPr/>
          <p:nvPr/>
        </p:nvGrpSpPr>
        <p:grpSpPr>
          <a:xfrm>
            <a:off x="0" y="381001"/>
            <a:ext cx="1037850" cy="1016287"/>
            <a:chOff x="0" y="381001"/>
            <a:chExt cx="1037850" cy="1016287"/>
          </a:xfrm>
        </p:grpSpPr>
        <p:sp>
          <p:nvSpPr>
            <p:cNvPr id="47" name="Google Shape;47;p4"/>
            <p:cNvSpPr/>
            <p:nvPr/>
          </p:nvSpPr>
          <p:spPr>
            <a:xfrm rot="-5400000">
              <a:off x="0" y="381001"/>
              <a:ext cx="808800" cy="808800"/>
            </a:xfrm>
            <a:prstGeom prst="diagStripe">
              <a:avLst>
                <a:gd fmla="val 50000" name="adj"/>
              </a:avLst>
            </a:prstGeom>
            <a:solidFill>
              <a:srgbClr val="68AC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4"/>
            <p:cNvSpPr/>
            <p:nvPr/>
          </p:nvSpPr>
          <p:spPr>
            <a:xfrm flipH="1">
              <a:off x="229050" y="588489"/>
              <a:ext cx="808800" cy="808800"/>
            </a:xfrm>
            <a:prstGeom prst="diagStripe">
              <a:avLst>
                <a:gd fmla="val 50000" name="adj"/>
              </a:avLst>
            </a:prstGeom>
            <a:solidFill>
              <a:srgbClr val="002D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9" name="Google Shape;49;p4"/>
          <p:cNvSpPr txBox="1"/>
          <p:nvPr>
            <p:ph type="title"/>
          </p:nvPr>
        </p:nvSpPr>
        <p:spPr>
          <a:xfrm>
            <a:off x="1297500" y="393750"/>
            <a:ext cx="7723800" cy="914100"/>
          </a:xfrm>
          <a:prstGeom prst="rect">
            <a:avLst/>
          </a:prstGeom>
        </p:spPr>
        <p:txBody>
          <a:bodyPr anchorCtr="0" anchor="t" bIns="91425" lIns="91425" spcFirstLastPara="1" rIns="91425" wrap="square" tIns="91425">
            <a:normAutofit/>
          </a:bodyPr>
          <a:lstStyle>
            <a:lvl1pPr lvl="0" rtl="0">
              <a:spcBef>
                <a:spcPts val="0"/>
              </a:spcBef>
              <a:spcAft>
                <a:spcPts val="0"/>
              </a:spcAft>
              <a:buSzPts val="4100"/>
              <a:buNone/>
              <a:defRPr sz="4100"/>
            </a:lvl1pPr>
            <a:lvl2pPr lvl="1" rtl="0">
              <a:spcBef>
                <a:spcPts val="0"/>
              </a:spcBef>
              <a:spcAft>
                <a:spcPts val="0"/>
              </a:spcAft>
              <a:buSzPts val="2900"/>
              <a:buNone/>
              <a:defRPr sz="2900"/>
            </a:lvl2pPr>
            <a:lvl3pPr lvl="2" rtl="0">
              <a:spcBef>
                <a:spcPts val="0"/>
              </a:spcBef>
              <a:spcAft>
                <a:spcPts val="0"/>
              </a:spcAft>
              <a:buSzPts val="2900"/>
              <a:buNone/>
              <a:defRPr sz="2900"/>
            </a:lvl3pPr>
            <a:lvl4pPr lvl="3" rtl="0">
              <a:spcBef>
                <a:spcPts val="0"/>
              </a:spcBef>
              <a:spcAft>
                <a:spcPts val="0"/>
              </a:spcAft>
              <a:buSzPts val="2900"/>
              <a:buNone/>
              <a:defRPr sz="2900"/>
            </a:lvl4pPr>
            <a:lvl5pPr lvl="4" rtl="0">
              <a:spcBef>
                <a:spcPts val="0"/>
              </a:spcBef>
              <a:spcAft>
                <a:spcPts val="0"/>
              </a:spcAft>
              <a:buSzPts val="2900"/>
              <a:buNone/>
              <a:defRPr sz="2900"/>
            </a:lvl5pPr>
            <a:lvl6pPr lvl="5" rtl="0">
              <a:spcBef>
                <a:spcPts val="0"/>
              </a:spcBef>
              <a:spcAft>
                <a:spcPts val="0"/>
              </a:spcAft>
              <a:buSzPts val="2900"/>
              <a:buNone/>
              <a:defRPr sz="2900"/>
            </a:lvl6pPr>
            <a:lvl7pPr lvl="6" rtl="0">
              <a:spcBef>
                <a:spcPts val="0"/>
              </a:spcBef>
              <a:spcAft>
                <a:spcPts val="0"/>
              </a:spcAft>
              <a:buSzPts val="2900"/>
              <a:buNone/>
              <a:defRPr sz="2900"/>
            </a:lvl7pPr>
            <a:lvl8pPr lvl="7" rtl="0">
              <a:spcBef>
                <a:spcPts val="0"/>
              </a:spcBef>
              <a:spcAft>
                <a:spcPts val="0"/>
              </a:spcAft>
              <a:buSzPts val="2900"/>
              <a:buNone/>
              <a:defRPr sz="2900"/>
            </a:lvl8pPr>
            <a:lvl9pPr lvl="8" rtl="0">
              <a:spcBef>
                <a:spcPts val="0"/>
              </a:spcBef>
              <a:spcAft>
                <a:spcPts val="0"/>
              </a:spcAft>
              <a:buSzPts val="2900"/>
              <a:buNone/>
              <a:defRPr sz="2900"/>
            </a:lvl9pPr>
          </a:lstStyle>
          <a:p/>
        </p:txBody>
      </p:sp>
      <p:sp>
        <p:nvSpPr>
          <p:cNvPr id="50" name="Google Shape;50;p4"/>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lvl1pPr indent="-349250" lvl="0" marL="457200" rtl="0">
              <a:spcBef>
                <a:spcPts val="0"/>
              </a:spcBef>
              <a:spcAft>
                <a:spcPts val="0"/>
              </a:spcAft>
              <a:buSzPts val="1900"/>
              <a:buChar char="●"/>
              <a:defRPr sz="1900"/>
            </a:lvl1pPr>
            <a:lvl2pPr indent="-336550" lvl="1" marL="914400" rtl="0">
              <a:spcBef>
                <a:spcPts val="0"/>
              </a:spcBef>
              <a:spcAft>
                <a:spcPts val="0"/>
              </a:spcAft>
              <a:buSzPts val="1700"/>
              <a:buChar char="○"/>
              <a:defRPr sz="1700"/>
            </a:lvl2pPr>
            <a:lvl3pPr indent="-336550" lvl="2" marL="1371600" rtl="0">
              <a:spcBef>
                <a:spcPts val="0"/>
              </a:spcBef>
              <a:spcAft>
                <a:spcPts val="0"/>
              </a:spcAft>
              <a:buSzPts val="1700"/>
              <a:buChar char="■"/>
              <a:defRPr sz="1700"/>
            </a:lvl3pPr>
            <a:lvl4pPr indent="-336550" lvl="3" marL="1828800" rtl="0">
              <a:spcBef>
                <a:spcPts val="0"/>
              </a:spcBef>
              <a:spcAft>
                <a:spcPts val="0"/>
              </a:spcAft>
              <a:buSzPts val="1700"/>
              <a:buChar char="●"/>
              <a:defRPr sz="1700"/>
            </a:lvl4pPr>
            <a:lvl5pPr indent="-336550" lvl="4" marL="2286000" rtl="0">
              <a:spcBef>
                <a:spcPts val="0"/>
              </a:spcBef>
              <a:spcAft>
                <a:spcPts val="0"/>
              </a:spcAft>
              <a:buSzPts val="1700"/>
              <a:buChar char="○"/>
              <a:defRPr sz="1700"/>
            </a:lvl5pPr>
            <a:lvl6pPr indent="-336550" lvl="5" marL="2743200" rtl="0">
              <a:spcBef>
                <a:spcPts val="0"/>
              </a:spcBef>
              <a:spcAft>
                <a:spcPts val="0"/>
              </a:spcAft>
              <a:buSzPts val="1700"/>
              <a:buChar char="■"/>
              <a:defRPr sz="1700"/>
            </a:lvl6pPr>
            <a:lvl7pPr indent="-336550" lvl="6" marL="3200400" rtl="0">
              <a:spcBef>
                <a:spcPts val="0"/>
              </a:spcBef>
              <a:spcAft>
                <a:spcPts val="0"/>
              </a:spcAft>
              <a:buSzPts val="1700"/>
              <a:buChar char="●"/>
              <a:defRPr sz="1700"/>
            </a:lvl7pPr>
            <a:lvl8pPr indent="-336550" lvl="7" marL="3657600" rtl="0">
              <a:spcBef>
                <a:spcPts val="0"/>
              </a:spcBef>
              <a:spcAft>
                <a:spcPts val="0"/>
              </a:spcAft>
              <a:buSzPts val="1700"/>
              <a:buChar char="○"/>
              <a:defRPr sz="1700"/>
            </a:lvl8pPr>
            <a:lvl9pPr indent="-336550" lvl="8" marL="4114800" rtl="0">
              <a:spcBef>
                <a:spcPts val="0"/>
              </a:spcBef>
              <a:spcAft>
                <a:spcPts val="0"/>
              </a:spcAft>
              <a:buSzPts val="1700"/>
              <a:buChar char="■"/>
              <a:defRPr sz="1700"/>
            </a:lvl9pPr>
          </a:lstStyle>
          <a:p/>
        </p:txBody>
      </p:sp>
      <p:sp>
        <p:nvSpPr>
          <p:cNvPr id="51" name="Google Shape;51;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52" name="Google Shape;52;p4"/>
          <p:cNvSpPr txBox="1"/>
          <p:nvPr/>
        </p:nvSpPr>
        <p:spPr>
          <a:xfrm>
            <a:off x="6831575" y="4751875"/>
            <a:ext cx="1724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jhudatascience.org</a:t>
            </a:r>
            <a:endParaRPr sz="1000">
              <a:latin typeface="Lato"/>
              <a:ea typeface="Lato"/>
              <a:cs typeface="Lato"/>
              <a:sym typeface="Lato"/>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53" name="Shape 53"/>
        <p:cNvGrpSpPr/>
        <p:nvPr/>
      </p:nvGrpSpPr>
      <p:grpSpPr>
        <a:xfrm>
          <a:off x="0" y="0"/>
          <a:ext cx="0" cy="0"/>
          <a:chOff x="0" y="0"/>
          <a:chExt cx="0" cy="0"/>
        </a:xfrm>
      </p:grpSpPr>
      <p:grpSp>
        <p:nvGrpSpPr>
          <p:cNvPr id="54" name="Google Shape;54;p5"/>
          <p:cNvGrpSpPr/>
          <p:nvPr/>
        </p:nvGrpSpPr>
        <p:grpSpPr>
          <a:xfrm>
            <a:off x="0" y="381001"/>
            <a:ext cx="1037850" cy="1016287"/>
            <a:chOff x="0" y="381001"/>
            <a:chExt cx="1037850" cy="1016287"/>
          </a:xfrm>
        </p:grpSpPr>
        <p:sp>
          <p:nvSpPr>
            <p:cNvPr id="55" name="Google Shape;55;p5"/>
            <p:cNvSpPr/>
            <p:nvPr/>
          </p:nvSpPr>
          <p:spPr>
            <a:xfrm rot="-5400000">
              <a:off x="0" y="381001"/>
              <a:ext cx="808800" cy="808800"/>
            </a:xfrm>
            <a:prstGeom prst="diagStripe">
              <a:avLst>
                <a:gd fmla="val 50000" name="adj"/>
              </a:avLst>
            </a:prstGeom>
            <a:solidFill>
              <a:srgbClr val="68AC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5"/>
            <p:cNvSpPr/>
            <p:nvPr/>
          </p:nvSpPr>
          <p:spPr>
            <a:xfrm flipH="1">
              <a:off x="229050" y="588489"/>
              <a:ext cx="808800" cy="808800"/>
            </a:xfrm>
            <a:prstGeom prst="diagStripe">
              <a:avLst>
                <a:gd fmla="val 50000" name="adj"/>
              </a:avLst>
            </a:prstGeom>
            <a:solidFill>
              <a:srgbClr val="002D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7" name="Google Shape;57;p5"/>
          <p:cNvSpPr txBox="1"/>
          <p:nvPr>
            <p:ph type="title"/>
          </p:nvPr>
        </p:nvSpPr>
        <p:spPr>
          <a:xfrm>
            <a:off x="1297500" y="393750"/>
            <a:ext cx="7723800" cy="914100"/>
          </a:xfrm>
          <a:prstGeom prst="rect">
            <a:avLst/>
          </a:prstGeom>
        </p:spPr>
        <p:txBody>
          <a:bodyPr anchorCtr="0" anchor="t" bIns="91425" lIns="91425" spcFirstLastPara="1" rIns="91425" wrap="square" tIns="91425">
            <a:normAutofit/>
          </a:bodyPr>
          <a:lstStyle>
            <a:lvl1pPr lvl="0" rtl="0">
              <a:spcBef>
                <a:spcPts val="0"/>
              </a:spcBef>
              <a:spcAft>
                <a:spcPts val="0"/>
              </a:spcAft>
              <a:buSzPts val="4100"/>
              <a:buNone/>
              <a:defRPr sz="41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58" name="Google Shape;58;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59" name="Google Shape;59;p5"/>
          <p:cNvSpPr txBox="1"/>
          <p:nvPr/>
        </p:nvSpPr>
        <p:spPr>
          <a:xfrm>
            <a:off x="1409625" y="1455425"/>
            <a:ext cx="3739500" cy="2911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Lato"/>
                <a:ea typeface="Lato"/>
                <a:cs typeface="Lato"/>
                <a:sym typeface="Lato"/>
              </a:rPr>
              <a:t>Except where otherwise indicated, The contents of this slide presentation are available for use under the </a:t>
            </a:r>
            <a:r>
              <a:rPr lang="en" u="sng">
                <a:solidFill>
                  <a:srgbClr val="7890CD"/>
                </a:solidFill>
                <a:latin typeface="Lato"/>
                <a:ea typeface="Lato"/>
                <a:cs typeface="Lato"/>
                <a:sym typeface="Lato"/>
                <a:hlinkClick r:id="rId2">
                  <a:extLst>
                    <a:ext uri="{A12FA001-AC4F-418D-AE19-62706E023703}">
                      <ahyp:hlinkClr val="tx"/>
                    </a:ext>
                  </a:extLst>
                </a:hlinkClick>
              </a:rPr>
              <a:t>Creative Commons Attribution 4.0 license</a:t>
            </a:r>
            <a:r>
              <a:rPr lang="en">
                <a:latin typeface="Lato"/>
                <a:ea typeface="Lato"/>
                <a:cs typeface="Lato"/>
                <a:sym typeface="Lato"/>
              </a:rPr>
              <a:t>. </a:t>
            </a:r>
            <a:endParaRPr>
              <a:latin typeface="Lato"/>
              <a:ea typeface="Lato"/>
              <a:cs typeface="Lato"/>
              <a:sym typeface="Lato"/>
            </a:endParaRPr>
          </a:p>
          <a:p>
            <a:pPr indent="0" lvl="0" marL="0" rtl="0" algn="l">
              <a:spcBef>
                <a:spcPts val="0"/>
              </a:spcBef>
              <a:spcAft>
                <a:spcPts val="0"/>
              </a:spcAft>
              <a:buNone/>
            </a:pPr>
            <a:r>
              <a:t/>
            </a:r>
            <a:endParaRPr>
              <a:latin typeface="Lato"/>
              <a:ea typeface="Lato"/>
              <a:cs typeface="Lato"/>
              <a:sym typeface="Lato"/>
            </a:endParaRPr>
          </a:p>
          <a:p>
            <a:pPr indent="0" lvl="0" marL="0" rtl="0" algn="l">
              <a:spcBef>
                <a:spcPts val="0"/>
              </a:spcBef>
              <a:spcAft>
                <a:spcPts val="0"/>
              </a:spcAft>
              <a:buNone/>
            </a:pPr>
            <a:r>
              <a:rPr lang="en">
                <a:latin typeface="Lato"/>
                <a:ea typeface="Lato"/>
                <a:cs typeface="Lato"/>
                <a:sym typeface="Lato"/>
              </a:rPr>
              <a:t>You are free to adapt and share the work, but you must give appropriate credit, provide a link to the license, and indicate if changes were made.</a:t>
            </a:r>
            <a:endParaRPr>
              <a:latin typeface="Lato"/>
              <a:ea typeface="Lato"/>
              <a:cs typeface="Lato"/>
              <a:sym typeface="Lato"/>
            </a:endParaRPr>
          </a:p>
          <a:p>
            <a:pPr indent="0" lvl="0" marL="0" rtl="0" algn="l">
              <a:spcBef>
                <a:spcPts val="0"/>
              </a:spcBef>
              <a:spcAft>
                <a:spcPts val="0"/>
              </a:spcAft>
              <a:buNone/>
            </a:pPr>
            <a:r>
              <a:t/>
            </a:r>
            <a:endParaRPr>
              <a:latin typeface="Lato"/>
              <a:ea typeface="Lato"/>
              <a:cs typeface="Lato"/>
              <a:sym typeface="Lato"/>
            </a:endParaRPr>
          </a:p>
          <a:p>
            <a:pPr indent="0" lvl="0" marL="0" rtl="0" algn="l">
              <a:spcBef>
                <a:spcPts val="0"/>
              </a:spcBef>
              <a:spcAft>
                <a:spcPts val="0"/>
              </a:spcAft>
              <a:buNone/>
            </a:pPr>
            <a:r>
              <a:rPr b="1" lang="en">
                <a:latin typeface="Lato"/>
                <a:ea typeface="Lato"/>
                <a:cs typeface="Lato"/>
                <a:sym typeface="Lato"/>
              </a:rPr>
              <a:t>Sample attribution: </a:t>
            </a:r>
            <a:r>
              <a:rPr lang="en">
                <a:latin typeface="Lato"/>
                <a:ea typeface="Lato"/>
                <a:cs typeface="Lato"/>
                <a:sym typeface="Lato"/>
              </a:rPr>
              <a:t>[Title of work] by Johns Hopkins Data Science Lab. </a:t>
            </a:r>
            <a:r>
              <a:rPr lang="en" u="sng">
                <a:solidFill>
                  <a:srgbClr val="7890CD"/>
                </a:solidFill>
                <a:latin typeface="Lato"/>
                <a:ea typeface="Lato"/>
                <a:cs typeface="Lato"/>
                <a:sym typeface="Lato"/>
                <a:hlinkClick r:id="rId3">
                  <a:extLst>
                    <a:ext uri="{A12FA001-AC4F-418D-AE19-62706E023703}">
                      <ahyp:hlinkClr val="tx"/>
                    </a:ext>
                  </a:extLst>
                </a:hlinkClick>
              </a:rPr>
              <a:t>CC-BY 4.0</a:t>
            </a:r>
            <a:endParaRPr>
              <a:latin typeface="Lato"/>
              <a:ea typeface="Lato"/>
              <a:cs typeface="Lato"/>
              <a:sym typeface="Lato"/>
            </a:endParaRPr>
          </a:p>
        </p:txBody>
      </p:sp>
      <p:pic>
        <p:nvPicPr>
          <p:cNvPr id="60" name="Google Shape;60;p5"/>
          <p:cNvPicPr preferRelativeResize="0"/>
          <p:nvPr/>
        </p:nvPicPr>
        <p:blipFill>
          <a:blip r:embed="rId4">
            <a:alphaModFix/>
          </a:blip>
          <a:stretch>
            <a:fillRect/>
          </a:stretch>
        </p:blipFill>
        <p:spPr>
          <a:xfrm>
            <a:off x="5981726" y="2173675"/>
            <a:ext cx="2275450" cy="796150"/>
          </a:xfrm>
          <a:prstGeom prst="rect">
            <a:avLst/>
          </a:prstGeom>
          <a:noFill/>
          <a:ln>
            <a:noFill/>
          </a:ln>
        </p:spPr>
      </p:pic>
      <p:sp>
        <p:nvSpPr>
          <p:cNvPr id="61" name="Google Shape;61;p5"/>
          <p:cNvSpPr txBox="1"/>
          <p:nvPr/>
        </p:nvSpPr>
        <p:spPr>
          <a:xfrm>
            <a:off x="6831575" y="4751875"/>
            <a:ext cx="1724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jhudatascience.org</a:t>
            </a:r>
            <a:endParaRPr sz="1000">
              <a:latin typeface="Lato"/>
              <a:ea typeface="Lato"/>
              <a:cs typeface="Lato"/>
              <a:sym typeface="Lato"/>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2" name="Shape 62"/>
        <p:cNvGrpSpPr/>
        <p:nvPr/>
      </p:nvGrpSpPr>
      <p:grpSpPr>
        <a:xfrm>
          <a:off x="0" y="0"/>
          <a:ext cx="0" cy="0"/>
          <a:chOff x="0" y="0"/>
          <a:chExt cx="0" cy="0"/>
        </a:xfrm>
      </p:grpSpPr>
      <p:grpSp>
        <p:nvGrpSpPr>
          <p:cNvPr id="63" name="Google Shape;63;p6"/>
          <p:cNvGrpSpPr/>
          <p:nvPr/>
        </p:nvGrpSpPr>
        <p:grpSpPr>
          <a:xfrm>
            <a:off x="0" y="381001"/>
            <a:ext cx="1037850" cy="1016287"/>
            <a:chOff x="0" y="381001"/>
            <a:chExt cx="1037850" cy="1016287"/>
          </a:xfrm>
        </p:grpSpPr>
        <p:sp>
          <p:nvSpPr>
            <p:cNvPr id="64" name="Google Shape;64;p6"/>
            <p:cNvSpPr/>
            <p:nvPr/>
          </p:nvSpPr>
          <p:spPr>
            <a:xfrm rot="-5400000">
              <a:off x="0" y="381001"/>
              <a:ext cx="808800" cy="808800"/>
            </a:xfrm>
            <a:prstGeom prst="diagStripe">
              <a:avLst>
                <a:gd fmla="val 50000" name="adj"/>
              </a:avLst>
            </a:prstGeom>
            <a:solidFill>
              <a:srgbClr val="68AC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6"/>
            <p:cNvSpPr/>
            <p:nvPr/>
          </p:nvSpPr>
          <p:spPr>
            <a:xfrm flipH="1">
              <a:off x="229050" y="588489"/>
              <a:ext cx="808800" cy="808800"/>
            </a:xfrm>
            <a:prstGeom prst="diagStripe">
              <a:avLst>
                <a:gd fmla="val 50000" name="adj"/>
              </a:avLst>
            </a:prstGeom>
            <a:solidFill>
              <a:srgbClr val="002D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6"/>
          <p:cNvSpPr txBox="1"/>
          <p:nvPr>
            <p:ph type="title"/>
          </p:nvPr>
        </p:nvSpPr>
        <p:spPr>
          <a:xfrm>
            <a:off x="1297500" y="393750"/>
            <a:ext cx="7807200" cy="914100"/>
          </a:xfrm>
          <a:prstGeom prst="rect">
            <a:avLst/>
          </a:prstGeom>
        </p:spPr>
        <p:txBody>
          <a:bodyPr anchorCtr="0" anchor="t" bIns="91425" lIns="91425" spcFirstLastPara="1" rIns="91425" wrap="square" tIns="91425">
            <a:normAutofit/>
          </a:bodyPr>
          <a:lstStyle>
            <a:lvl1pPr lvl="0" rtl="0">
              <a:spcBef>
                <a:spcPts val="0"/>
              </a:spcBef>
              <a:spcAft>
                <a:spcPts val="0"/>
              </a:spcAft>
              <a:buSzPts val="4100"/>
              <a:buNone/>
              <a:defRPr sz="4100"/>
            </a:lvl1pPr>
            <a:lvl2pPr lvl="1" rtl="0">
              <a:spcBef>
                <a:spcPts val="0"/>
              </a:spcBef>
              <a:spcAft>
                <a:spcPts val="0"/>
              </a:spcAft>
              <a:buSzPts val="3200"/>
              <a:buNone/>
              <a:defRPr sz="3200"/>
            </a:lvl2pPr>
            <a:lvl3pPr lvl="2" rtl="0">
              <a:spcBef>
                <a:spcPts val="0"/>
              </a:spcBef>
              <a:spcAft>
                <a:spcPts val="0"/>
              </a:spcAft>
              <a:buSzPts val="3200"/>
              <a:buNone/>
              <a:defRPr sz="3200"/>
            </a:lvl3pPr>
            <a:lvl4pPr lvl="3" rtl="0">
              <a:spcBef>
                <a:spcPts val="0"/>
              </a:spcBef>
              <a:spcAft>
                <a:spcPts val="0"/>
              </a:spcAft>
              <a:buSzPts val="3200"/>
              <a:buNone/>
              <a:defRPr sz="3200"/>
            </a:lvl4pPr>
            <a:lvl5pPr lvl="4" rtl="0">
              <a:spcBef>
                <a:spcPts val="0"/>
              </a:spcBef>
              <a:spcAft>
                <a:spcPts val="0"/>
              </a:spcAft>
              <a:buSzPts val="3200"/>
              <a:buNone/>
              <a:defRPr sz="3200"/>
            </a:lvl5pPr>
            <a:lvl6pPr lvl="5" rtl="0">
              <a:spcBef>
                <a:spcPts val="0"/>
              </a:spcBef>
              <a:spcAft>
                <a:spcPts val="0"/>
              </a:spcAft>
              <a:buSzPts val="3200"/>
              <a:buNone/>
              <a:defRPr sz="3200"/>
            </a:lvl6pPr>
            <a:lvl7pPr lvl="6" rtl="0">
              <a:spcBef>
                <a:spcPts val="0"/>
              </a:spcBef>
              <a:spcAft>
                <a:spcPts val="0"/>
              </a:spcAft>
              <a:buSzPts val="3200"/>
              <a:buNone/>
              <a:defRPr sz="3200"/>
            </a:lvl7pPr>
            <a:lvl8pPr lvl="7" rtl="0">
              <a:spcBef>
                <a:spcPts val="0"/>
              </a:spcBef>
              <a:spcAft>
                <a:spcPts val="0"/>
              </a:spcAft>
              <a:buSzPts val="3200"/>
              <a:buNone/>
              <a:defRPr sz="3200"/>
            </a:lvl8pPr>
            <a:lvl9pPr lvl="8" rtl="0">
              <a:spcBef>
                <a:spcPts val="0"/>
              </a:spcBef>
              <a:spcAft>
                <a:spcPts val="0"/>
              </a:spcAft>
              <a:buSzPts val="3200"/>
              <a:buNone/>
              <a:defRPr sz="3200"/>
            </a:lvl9pPr>
          </a:lstStyle>
          <a:p/>
        </p:txBody>
      </p:sp>
      <p:sp>
        <p:nvSpPr>
          <p:cNvPr id="67" name="Google Shape;6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68" name="Google Shape;68;p6"/>
          <p:cNvSpPr txBox="1"/>
          <p:nvPr/>
        </p:nvSpPr>
        <p:spPr>
          <a:xfrm>
            <a:off x="6831575" y="4751875"/>
            <a:ext cx="1724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jhudatascience.org</a:t>
            </a:r>
            <a:endParaRPr sz="1000">
              <a:latin typeface="Lato"/>
              <a:ea typeface="Lato"/>
              <a:cs typeface="Lato"/>
              <a:sym typeface="Lato"/>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69" name="Shape 69"/>
        <p:cNvGrpSpPr/>
        <p:nvPr/>
      </p:nvGrpSpPr>
      <p:grpSpPr>
        <a:xfrm>
          <a:off x="0" y="0"/>
          <a:ext cx="0" cy="0"/>
          <a:chOff x="0" y="0"/>
          <a:chExt cx="0" cy="0"/>
        </a:xfrm>
      </p:grpSpPr>
      <p:grpSp>
        <p:nvGrpSpPr>
          <p:cNvPr id="70" name="Google Shape;70;p7"/>
          <p:cNvGrpSpPr/>
          <p:nvPr/>
        </p:nvGrpSpPr>
        <p:grpSpPr>
          <a:xfrm>
            <a:off x="0" y="381001"/>
            <a:ext cx="1037850" cy="1016287"/>
            <a:chOff x="0" y="381001"/>
            <a:chExt cx="1037850" cy="1016287"/>
          </a:xfrm>
        </p:grpSpPr>
        <p:sp>
          <p:nvSpPr>
            <p:cNvPr id="71" name="Google Shape;71;p7"/>
            <p:cNvSpPr/>
            <p:nvPr/>
          </p:nvSpPr>
          <p:spPr>
            <a:xfrm rot="-5400000">
              <a:off x="0" y="381001"/>
              <a:ext cx="808800" cy="808800"/>
            </a:xfrm>
            <a:prstGeom prst="diagStripe">
              <a:avLst>
                <a:gd fmla="val 50000" name="adj"/>
              </a:avLst>
            </a:prstGeom>
            <a:solidFill>
              <a:srgbClr val="68AC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7"/>
            <p:cNvSpPr/>
            <p:nvPr/>
          </p:nvSpPr>
          <p:spPr>
            <a:xfrm flipH="1">
              <a:off x="229050" y="588489"/>
              <a:ext cx="808800" cy="808800"/>
            </a:xfrm>
            <a:prstGeom prst="diagStripe">
              <a:avLst>
                <a:gd fmla="val 50000" name="adj"/>
              </a:avLst>
            </a:prstGeom>
            <a:solidFill>
              <a:srgbClr val="002D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3" name="Google Shape;73;p7"/>
          <p:cNvSpPr txBox="1"/>
          <p:nvPr>
            <p:ph type="title"/>
          </p:nvPr>
        </p:nvSpPr>
        <p:spPr>
          <a:xfrm>
            <a:off x="1297500" y="393750"/>
            <a:ext cx="3798900" cy="1493100"/>
          </a:xfrm>
          <a:prstGeom prst="rect">
            <a:avLst/>
          </a:prstGeom>
        </p:spPr>
        <p:txBody>
          <a:bodyPr anchorCtr="0" anchor="t" bIns="91425" lIns="91425" spcFirstLastPara="1" rIns="91425" wrap="square" tIns="91425">
            <a:normAutofit/>
          </a:bodyPr>
          <a:lstStyle>
            <a:lvl1pPr lvl="0" rtl="0">
              <a:spcBef>
                <a:spcPts val="0"/>
              </a:spcBef>
              <a:spcAft>
                <a:spcPts val="0"/>
              </a:spcAft>
              <a:buSzPts val="3300"/>
              <a:buNone/>
              <a:defRPr sz="33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74" name="Google Shape;74;p7"/>
          <p:cNvSpPr txBox="1"/>
          <p:nvPr>
            <p:ph idx="1" type="body"/>
          </p:nvPr>
        </p:nvSpPr>
        <p:spPr>
          <a:xfrm>
            <a:off x="1297500" y="1972550"/>
            <a:ext cx="3798900" cy="2415900"/>
          </a:xfrm>
          <a:prstGeom prst="rect">
            <a:avLst/>
          </a:prstGeom>
        </p:spPr>
        <p:txBody>
          <a:bodyPr anchorCtr="0" anchor="t" bIns="91425" lIns="91425" spcFirstLastPara="1" rIns="91425" wrap="square" tIns="91425">
            <a:normAutofit/>
          </a:bodyPr>
          <a:lstStyle>
            <a:lvl1pPr indent="-311150" lvl="0" marL="457200" rtl="0">
              <a:spcBef>
                <a:spcPts val="0"/>
              </a:spcBef>
              <a:spcAft>
                <a:spcPts val="0"/>
              </a:spcAft>
              <a:buSzPts val="1300"/>
              <a:buChar char="●"/>
              <a:defRPr/>
            </a:lvl1pPr>
            <a:lvl2pPr indent="-298450" lvl="1" marL="914400" rtl="0">
              <a:spcBef>
                <a:spcPts val="0"/>
              </a:spcBef>
              <a:spcAft>
                <a:spcPts val="0"/>
              </a:spcAft>
              <a:buSzPts val="1100"/>
              <a:buChar char="○"/>
              <a:defRPr/>
            </a:lvl2pPr>
            <a:lvl3pPr indent="-298450" lvl="2" marL="1371600" rtl="0">
              <a:spcBef>
                <a:spcPts val="0"/>
              </a:spcBef>
              <a:spcAft>
                <a:spcPts val="0"/>
              </a:spcAft>
              <a:buSzPts val="1100"/>
              <a:buChar char="■"/>
              <a:defRPr/>
            </a:lvl3pPr>
            <a:lvl4pPr indent="-298450" lvl="3" marL="1828800" rtl="0">
              <a:spcBef>
                <a:spcPts val="0"/>
              </a:spcBef>
              <a:spcAft>
                <a:spcPts val="0"/>
              </a:spcAft>
              <a:buSzPts val="1100"/>
              <a:buChar char="●"/>
              <a:defRPr/>
            </a:lvl4pPr>
            <a:lvl5pPr indent="-298450" lvl="4" marL="2286000" rtl="0">
              <a:spcBef>
                <a:spcPts val="0"/>
              </a:spcBef>
              <a:spcAft>
                <a:spcPts val="0"/>
              </a:spcAft>
              <a:buSzPts val="1100"/>
              <a:buChar char="○"/>
              <a:defRPr/>
            </a:lvl5pPr>
            <a:lvl6pPr indent="-298450" lvl="5" marL="2743200" rtl="0">
              <a:spcBef>
                <a:spcPts val="0"/>
              </a:spcBef>
              <a:spcAft>
                <a:spcPts val="0"/>
              </a:spcAft>
              <a:buSzPts val="1100"/>
              <a:buChar char="■"/>
              <a:defRPr/>
            </a:lvl6pPr>
            <a:lvl7pPr indent="-298450" lvl="6" marL="3200400" rtl="0">
              <a:spcBef>
                <a:spcPts val="0"/>
              </a:spcBef>
              <a:spcAft>
                <a:spcPts val="0"/>
              </a:spcAft>
              <a:buSzPts val="1100"/>
              <a:buChar char="●"/>
              <a:defRPr/>
            </a:lvl7pPr>
            <a:lvl8pPr indent="-298450" lvl="7" marL="3657600" rtl="0">
              <a:spcBef>
                <a:spcPts val="0"/>
              </a:spcBef>
              <a:spcAft>
                <a:spcPts val="0"/>
              </a:spcAft>
              <a:buSzPts val="1100"/>
              <a:buChar char="○"/>
              <a:defRPr/>
            </a:lvl8pPr>
            <a:lvl9pPr indent="-298450" lvl="8" marL="4114800" rtl="0">
              <a:spcBef>
                <a:spcPts val="0"/>
              </a:spcBef>
              <a:spcAft>
                <a:spcPts val="0"/>
              </a:spcAft>
              <a:buSzPts val="1100"/>
              <a:buChar char="■"/>
              <a:defRPr/>
            </a:lvl9pPr>
          </a:lstStyle>
          <a:p/>
        </p:txBody>
      </p:sp>
      <p:sp>
        <p:nvSpPr>
          <p:cNvPr id="75" name="Google Shape;75;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76" name="Google Shape;76;p7"/>
          <p:cNvSpPr txBox="1"/>
          <p:nvPr/>
        </p:nvSpPr>
        <p:spPr>
          <a:xfrm>
            <a:off x="6831575" y="4751875"/>
            <a:ext cx="1724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jhudatascience.org</a:t>
            </a:r>
            <a:endParaRPr sz="1000">
              <a:latin typeface="Lato"/>
              <a:ea typeface="Lato"/>
              <a:cs typeface="Lato"/>
              <a:sym typeface="Lato"/>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77" name="Shape 77"/>
        <p:cNvGrpSpPr/>
        <p:nvPr/>
      </p:nvGrpSpPr>
      <p:grpSpPr>
        <a:xfrm>
          <a:off x="0" y="0"/>
          <a:ext cx="0" cy="0"/>
          <a:chOff x="0" y="0"/>
          <a:chExt cx="0" cy="0"/>
        </a:xfrm>
      </p:grpSpPr>
      <p:grpSp>
        <p:nvGrpSpPr>
          <p:cNvPr id="78" name="Google Shape;78;p8"/>
          <p:cNvGrpSpPr/>
          <p:nvPr/>
        </p:nvGrpSpPr>
        <p:grpSpPr>
          <a:xfrm>
            <a:off x="4406400" y="0"/>
            <a:ext cx="4737600" cy="5143500"/>
            <a:chOff x="4406400" y="0"/>
            <a:chExt cx="4737600" cy="5143500"/>
          </a:xfrm>
        </p:grpSpPr>
        <p:sp>
          <p:nvSpPr>
            <p:cNvPr id="79" name="Google Shape;79;p8"/>
            <p:cNvSpPr/>
            <p:nvPr/>
          </p:nvSpPr>
          <p:spPr>
            <a:xfrm rot="5400000">
              <a:off x="4407900" y="-1500"/>
              <a:ext cx="47346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8"/>
            <p:cNvSpPr/>
            <p:nvPr/>
          </p:nvSpPr>
          <p:spPr>
            <a:xfrm rot="5400000">
              <a:off x="4840825" y="6000"/>
              <a:ext cx="42987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8"/>
            <p:cNvSpPr/>
            <p:nvPr/>
          </p:nvSpPr>
          <p:spPr>
            <a:xfrm rot="-5400000">
              <a:off x="5618399" y="123664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8"/>
            <p:cNvSpPr/>
            <p:nvPr/>
          </p:nvSpPr>
          <p:spPr>
            <a:xfrm flipH="1">
              <a:off x="5849857" y="144407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8"/>
            <p:cNvSpPr/>
            <p:nvPr/>
          </p:nvSpPr>
          <p:spPr>
            <a:xfrm rot="-5400000">
              <a:off x="5987081" y="246974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8"/>
            <p:cNvSpPr/>
            <p:nvPr/>
          </p:nvSpPr>
          <p:spPr>
            <a:xfrm flipH="1">
              <a:off x="6222115" y="2677179"/>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8"/>
            <p:cNvSpPr/>
            <p:nvPr/>
          </p:nvSpPr>
          <p:spPr>
            <a:xfrm rot="-5400000">
              <a:off x="6675341" y="186224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8"/>
            <p:cNvSpPr/>
            <p:nvPr/>
          </p:nvSpPr>
          <p:spPr>
            <a:xfrm flipH="1">
              <a:off x="6908099" y="2069680"/>
              <a:ext cx="808800" cy="808800"/>
            </a:xfrm>
            <a:prstGeom prst="diagStripe">
              <a:avLst>
                <a:gd fmla="val 50000" name="adj"/>
              </a:avLst>
            </a:prstGeom>
            <a:solidFill>
              <a:srgbClr val="002D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8"/>
            <p:cNvSpPr/>
            <p:nvPr/>
          </p:nvSpPr>
          <p:spPr>
            <a:xfrm rot="-5400000">
              <a:off x="6861141" y="247808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8"/>
            <p:cNvSpPr/>
            <p:nvPr/>
          </p:nvSpPr>
          <p:spPr>
            <a:xfrm flipH="1">
              <a:off x="7965266" y="269319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8"/>
            <p:cNvSpPr/>
            <p:nvPr/>
          </p:nvSpPr>
          <p:spPr>
            <a:xfrm flipH="1">
              <a:off x="8145082" y="330903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8"/>
            <p:cNvSpPr/>
            <p:nvPr/>
          </p:nvSpPr>
          <p:spPr>
            <a:xfrm rot="-5400000">
              <a:off x="7047599" y="309534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8"/>
            <p:cNvSpPr/>
            <p:nvPr/>
          </p:nvSpPr>
          <p:spPr>
            <a:xfrm flipH="1">
              <a:off x="7276649" y="330278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8"/>
            <p:cNvSpPr/>
            <p:nvPr/>
          </p:nvSpPr>
          <p:spPr>
            <a:xfrm rot="-5400000">
              <a:off x="7227414" y="3711189"/>
              <a:ext cx="808800" cy="808800"/>
            </a:xfrm>
            <a:prstGeom prst="diagStripe">
              <a:avLst>
                <a:gd fmla="val 50000" name="adj"/>
              </a:avLst>
            </a:prstGeom>
            <a:solidFill>
              <a:srgbClr val="68AC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8"/>
            <p:cNvSpPr/>
            <p:nvPr/>
          </p:nvSpPr>
          <p:spPr>
            <a:xfrm flipH="1">
              <a:off x="7462448" y="391862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8"/>
            <p:cNvSpPr/>
            <p:nvPr/>
          </p:nvSpPr>
          <p:spPr>
            <a:xfrm rot="-5400000">
              <a:off x="8102491" y="37188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8"/>
            <p:cNvSpPr/>
            <p:nvPr/>
          </p:nvSpPr>
          <p:spPr>
            <a:xfrm flipH="1">
              <a:off x="8334533" y="392629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8"/>
            <p:cNvSpPr/>
            <p:nvPr/>
          </p:nvSpPr>
          <p:spPr>
            <a:xfrm rot="-5400000">
              <a:off x="8288290" y="433470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7" name="Google Shape;97;p8"/>
          <p:cNvSpPr txBox="1"/>
          <p:nvPr>
            <p:ph type="title"/>
          </p:nvPr>
        </p:nvSpPr>
        <p:spPr>
          <a:xfrm>
            <a:off x="823850" y="866775"/>
            <a:ext cx="4587000" cy="3521100"/>
          </a:xfrm>
          <a:prstGeom prst="rect">
            <a:avLst/>
          </a:prstGeom>
        </p:spPr>
        <p:txBody>
          <a:bodyPr anchorCtr="0" anchor="ctr"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98" name="Google Shape;98;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99" name="Google Shape;99;p8"/>
          <p:cNvSpPr txBox="1"/>
          <p:nvPr/>
        </p:nvSpPr>
        <p:spPr>
          <a:xfrm>
            <a:off x="6831575" y="4751875"/>
            <a:ext cx="1724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jhudatascience.org</a:t>
            </a:r>
            <a:endParaRPr sz="1000">
              <a:latin typeface="Lato"/>
              <a:ea typeface="Lato"/>
              <a:cs typeface="Lato"/>
              <a:sym typeface="Lato"/>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00" name="Shape 100"/>
        <p:cNvGrpSpPr/>
        <p:nvPr/>
      </p:nvGrpSpPr>
      <p:grpSpPr>
        <a:xfrm>
          <a:off x="0" y="0"/>
          <a:ext cx="0" cy="0"/>
          <a:chOff x="0" y="0"/>
          <a:chExt cx="0" cy="0"/>
        </a:xfrm>
      </p:grpSpPr>
      <p:grpSp>
        <p:nvGrpSpPr>
          <p:cNvPr id="101" name="Google Shape;101;p9"/>
          <p:cNvGrpSpPr/>
          <p:nvPr/>
        </p:nvGrpSpPr>
        <p:grpSpPr>
          <a:xfrm>
            <a:off x="0" y="381001"/>
            <a:ext cx="1037850" cy="1016287"/>
            <a:chOff x="0" y="381001"/>
            <a:chExt cx="1037850" cy="1016287"/>
          </a:xfrm>
        </p:grpSpPr>
        <p:sp>
          <p:nvSpPr>
            <p:cNvPr id="102" name="Google Shape;102;p9"/>
            <p:cNvSpPr/>
            <p:nvPr/>
          </p:nvSpPr>
          <p:spPr>
            <a:xfrm rot="-5400000">
              <a:off x="0" y="381001"/>
              <a:ext cx="808800" cy="808800"/>
            </a:xfrm>
            <a:prstGeom prst="diagStripe">
              <a:avLst>
                <a:gd fmla="val 50000" name="adj"/>
              </a:avLst>
            </a:prstGeom>
            <a:solidFill>
              <a:srgbClr val="68AC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9"/>
            <p:cNvSpPr/>
            <p:nvPr/>
          </p:nvSpPr>
          <p:spPr>
            <a:xfrm flipH="1">
              <a:off x="229050" y="588489"/>
              <a:ext cx="808800" cy="808800"/>
            </a:xfrm>
            <a:prstGeom prst="diagStripe">
              <a:avLst>
                <a:gd fmla="val 50000" name="adj"/>
              </a:avLst>
            </a:prstGeom>
            <a:solidFill>
              <a:srgbClr val="002D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4" name="Google Shape;104;p9"/>
          <p:cNvSpPr txBox="1"/>
          <p:nvPr>
            <p:ph type="title"/>
          </p:nvPr>
        </p:nvSpPr>
        <p:spPr>
          <a:xfrm>
            <a:off x="1297500" y="1658325"/>
            <a:ext cx="3036300" cy="1751700"/>
          </a:xfrm>
          <a:prstGeom prst="rect">
            <a:avLst/>
          </a:prstGeom>
        </p:spPr>
        <p:txBody>
          <a:bodyPr anchorCtr="0" anchor="t" bIns="91425" lIns="91425" spcFirstLastPara="1" rIns="91425" wrap="square" tIns="91425">
            <a:normAutofit/>
          </a:bodyPr>
          <a:lstStyle>
            <a:lvl1pPr lvl="0" rtl="0">
              <a:spcBef>
                <a:spcPts val="0"/>
              </a:spcBef>
              <a:spcAft>
                <a:spcPts val="0"/>
              </a:spcAft>
              <a:buSzPts val="2900"/>
              <a:buNone/>
              <a:defRPr sz="29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105" name="Google Shape;105;p9"/>
          <p:cNvSpPr txBox="1"/>
          <p:nvPr>
            <p:ph idx="1" type="subTitle"/>
          </p:nvPr>
        </p:nvSpPr>
        <p:spPr>
          <a:xfrm>
            <a:off x="1297500" y="3538000"/>
            <a:ext cx="3036300" cy="5061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rgbClr val="666666"/>
              </a:buClr>
              <a:buSzPts val="1800"/>
              <a:buNone/>
              <a:defRPr sz="1800">
                <a:solidFill>
                  <a:srgbClr val="666666"/>
                </a:solidFill>
              </a:defRPr>
            </a:lvl1pPr>
            <a:lvl2pPr lvl="1" rtl="0">
              <a:lnSpc>
                <a:spcPct val="100000"/>
              </a:lnSpc>
              <a:spcBef>
                <a:spcPts val="0"/>
              </a:spcBef>
              <a:spcAft>
                <a:spcPts val="0"/>
              </a:spcAft>
              <a:buSzPts val="1300"/>
              <a:buNone/>
              <a:defRPr sz="1300"/>
            </a:lvl2pPr>
            <a:lvl3pPr lvl="2" rtl="0">
              <a:lnSpc>
                <a:spcPct val="100000"/>
              </a:lnSpc>
              <a:spcBef>
                <a:spcPts val="0"/>
              </a:spcBef>
              <a:spcAft>
                <a:spcPts val="0"/>
              </a:spcAft>
              <a:buSzPts val="1300"/>
              <a:buNone/>
              <a:defRPr sz="1300"/>
            </a:lvl3pPr>
            <a:lvl4pPr lvl="3" rtl="0">
              <a:lnSpc>
                <a:spcPct val="100000"/>
              </a:lnSpc>
              <a:spcBef>
                <a:spcPts val="0"/>
              </a:spcBef>
              <a:spcAft>
                <a:spcPts val="0"/>
              </a:spcAft>
              <a:buSzPts val="1300"/>
              <a:buNone/>
              <a:defRPr sz="1300"/>
            </a:lvl4pPr>
            <a:lvl5pPr lvl="4" rtl="0">
              <a:lnSpc>
                <a:spcPct val="100000"/>
              </a:lnSpc>
              <a:spcBef>
                <a:spcPts val="0"/>
              </a:spcBef>
              <a:spcAft>
                <a:spcPts val="0"/>
              </a:spcAft>
              <a:buSzPts val="1300"/>
              <a:buNone/>
              <a:defRPr sz="1300"/>
            </a:lvl5pPr>
            <a:lvl6pPr lvl="5" rtl="0">
              <a:lnSpc>
                <a:spcPct val="100000"/>
              </a:lnSpc>
              <a:spcBef>
                <a:spcPts val="0"/>
              </a:spcBef>
              <a:spcAft>
                <a:spcPts val="0"/>
              </a:spcAft>
              <a:buSzPts val="1300"/>
              <a:buNone/>
              <a:defRPr sz="1300"/>
            </a:lvl6pPr>
            <a:lvl7pPr lvl="6" rtl="0">
              <a:lnSpc>
                <a:spcPct val="100000"/>
              </a:lnSpc>
              <a:spcBef>
                <a:spcPts val="0"/>
              </a:spcBef>
              <a:spcAft>
                <a:spcPts val="0"/>
              </a:spcAft>
              <a:buSzPts val="1300"/>
              <a:buNone/>
              <a:defRPr sz="1300"/>
            </a:lvl7pPr>
            <a:lvl8pPr lvl="7" rtl="0">
              <a:lnSpc>
                <a:spcPct val="100000"/>
              </a:lnSpc>
              <a:spcBef>
                <a:spcPts val="0"/>
              </a:spcBef>
              <a:spcAft>
                <a:spcPts val="0"/>
              </a:spcAft>
              <a:buSzPts val="1300"/>
              <a:buNone/>
              <a:defRPr sz="1300"/>
            </a:lvl8pPr>
            <a:lvl9pPr lvl="8" rtl="0">
              <a:lnSpc>
                <a:spcPct val="100000"/>
              </a:lnSpc>
              <a:spcBef>
                <a:spcPts val="0"/>
              </a:spcBef>
              <a:spcAft>
                <a:spcPts val="0"/>
              </a:spcAft>
              <a:buSzPts val="1300"/>
              <a:buNone/>
              <a:defRPr sz="1300"/>
            </a:lvl9pPr>
          </a:lstStyle>
          <a:p/>
        </p:txBody>
      </p:sp>
      <p:sp>
        <p:nvSpPr>
          <p:cNvPr id="106" name="Google Shape;106;p9"/>
          <p:cNvSpPr txBox="1"/>
          <p:nvPr>
            <p:ph idx="2" type="body"/>
          </p:nvPr>
        </p:nvSpPr>
        <p:spPr>
          <a:xfrm>
            <a:off x="4648200" y="1696600"/>
            <a:ext cx="3676800" cy="2347500"/>
          </a:xfrm>
          <a:prstGeom prst="rect">
            <a:avLst/>
          </a:prstGeom>
        </p:spPr>
        <p:txBody>
          <a:bodyPr anchorCtr="0" anchor="t" bIns="91425" lIns="91425" spcFirstLastPara="1" rIns="91425" wrap="square" tIns="91425">
            <a:normAutofit/>
          </a:bodyPr>
          <a:lstStyle>
            <a:lvl1pPr indent="-336550" lvl="0" marL="457200" rtl="0">
              <a:spcBef>
                <a:spcPts val="0"/>
              </a:spcBef>
              <a:spcAft>
                <a:spcPts val="0"/>
              </a:spcAft>
              <a:buSzPts val="1700"/>
              <a:buChar char="●"/>
              <a:defRPr sz="1700"/>
            </a:lvl1pPr>
            <a:lvl2pPr indent="-323850" lvl="1" marL="914400" rtl="0">
              <a:spcBef>
                <a:spcPts val="0"/>
              </a:spcBef>
              <a:spcAft>
                <a:spcPts val="0"/>
              </a:spcAft>
              <a:buSzPts val="1500"/>
              <a:buChar char="○"/>
              <a:defRPr sz="1500"/>
            </a:lvl2pPr>
            <a:lvl3pPr indent="-323850" lvl="2" marL="1371600" rtl="0">
              <a:spcBef>
                <a:spcPts val="0"/>
              </a:spcBef>
              <a:spcAft>
                <a:spcPts val="0"/>
              </a:spcAft>
              <a:buSzPts val="1500"/>
              <a:buChar char="■"/>
              <a:defRPr sz="1500"/>
            </a:lvl3pPr>
            <a:lvl4pPr indent="-323850" lvl="3" marL="1828800" rtl="0">
              <a:spcBef>
                <a:spcPts val="0"/>
              </a:spcBef>
              <a:spcAft>
                <a:spcPts val="0"/>
              </a:spcAft>
              <a:buSzPts val="1500"/>
              <a:buChar char="●"/>
              <a:defRPr sz="1500"/>
            </a:lvl4pPr>
            <a:lvl5pPr indent="-323850" lvl="4" marL="2286000" rtl="0">
              <a:spcBef>
                <a:spcPts val="0"/>
              </a:spcBef>
              <a:spcAft>
                <a:spcPts val="0"/>
              </a:spcAft>
              <a:buSzPts val="1500"/>
              <a:buChar char="○"/>
              <a:defRPr sz="1500"/>
            </a:lvl5pPr>
            <a:lvl6pPr indent="-323850" lvl="5" marL="2743200" rtl="0">
              <a:spcBef>
                <a:spcPts val="0"/>
              </a:spcBef>
              <a:spcAft>
                <a:spcPts val="0"/>
              </a:spcAft>
              <a:buSzPts val="1500"/>
              <a:buChar char="■"/>
              <a:defRPr sz="1500"/>
            </a:lvl6pPr>
            <a:lvl7pPr indent="-323850" lvl="6" marL="3200400" rtl="0">
              <a:spcBef>
                <a:spcPts val="0"/>
              </a:spcBef>
              <a:spcAft>
                <a:spcPts val="0"/>
              </a:spcAft>
              <a:buSzPts val="1500"/>
              <a:buChar char="●"/>
              <a:defRPr sz="1500"/>
            </a:lvl7pPr>
            <a:lvl8pPr indent="-323850" lvl="7" marL="3657600" rtl="0">
              <a:spcBef>
                <a:spcPts val="0"/>
              </a:spcBef>
              <a:spcAft>
                <a:spcPts val="0"/>
              </a:spcAft>
              <a:buSzPts val="1500"/>
              <a:buChar char="○"/>
              <a:defRPr sz="1500"/>
            </a:lvl8pPr>
            <a:lvl9pPr indent="-323850" lvl="8" marL="4114800" rtl="0">
              <a:spcBef>
                <a:spcPts val="0"/>
              </a:spcBef>
              <a:spcAft>
                <a:spcPts val="0"/>
              </a:spcAft>
              <a:buSzPts val="1500"/>
              <a:buChar char="■"/>
              <a:defRPr sz="1500"/>
            </a:lvl9pPr>
          </a:lstStyle>
          <a:p/>
        </p:txBody>
      </p:sp>
      <p:sp>
        <p:nvSpPr>
          <p:cNvPr id="107" name="Google Shape;107;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08" name="Google Shape;108;p9"/>
          <p:cNvSpPr txBox="1"/>
          <p:nvPr/>
        </p:nvSpPr>
        <p:spPr>
          <a:xfrm>
            <a:off x="6831575" y="4751875"/>
            <a:ext cx="1724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jhudatascience.org</a:t>
            </a:r>
            <a:endParaRPr sz="1000">
              <a:latin typeface="Lato"/>
              <a:ea typeface="Lato"/>
              <a:cs typeface="Lato"/>
              <a:sym typeface="Lato"/>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09" name="Shape 109"/>
        <p:cNvGrpSpPr/>
        <p:nvPr/>
      </p:nvGrpSpPr>
      <p:grpSpPr>
        <a:xfrm>
          <a:off x="0" y="0"/>
          <a:ext cx="0" cy="0"/>
          <a:chOff x="0" y="0"/>
          <a:chExt cx="0" cy="0"/>
        </a:xfrm>
      </p:grpSpPr>
      <p:grpSp>
        <p:nvGrpSpPr>
          <p:cNvPr id="110" name="Google Shape;110;p10"/>
          <p:cNvGrpSpPr/>
          <p:nvPr/>
        </p:nvGrpSpPr>
        <p:grpSpPr>
          <a:xfrm>
            <a:off x="43237" y="4724428"/>
            <a:ext cx="428721" cy="393609"/>
            <a:chOff x="0" y="3785672"/>
            <a:chExt cx="698925" cy="684657"/>
          </a:xfrm>
        </p:grpSpPr>
        <p:sp>
          <p:nvSpPr>
            <p:cNvPr id="111" name="Google Shape;111;p10"/>
            <p:cNvSpPr/>
            <p:nvPr/>
          </p:nvSpPr>
          <p:spPr>
            <a:xfrm rot="-5400000">
              <a:off x="0" y="3785672"/>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0"/>
            <p:cNvSpPr/>
            <p:nvPr/>
          </p:nvSpPr>
          <p:spPr>
            <a:xfrm flipH="1">
              <a:off x="154125" y="3925529"/>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3" name="Google Shape;113;p10"/>
          <p:cNvSpPr txBox="1"/>
          <p:nvPr>
            <p:ph idx="1" type="body"/>
          </p:nvPr>
        </p:nvSpPr>
        <p:spPr>
          <a:xfrm>
            <a:off x="418425" y="4682350"/>
            <a:ext cx="6936000" cy="523800"/>
          </a:xfrm>
          <a:prstGeom prst="rect">
            <a:avLst/>
          </a:prstGeom>
        </p:spPr>
        <p:txBody>
          <a:bodyPr anchorCtr="0" anchor="ctr" bIns="91425" lIns="91425" spcFirstLastPara="1" rIns="91425" wrap="square" tIns="91425">
            <a:normAutofit/>
          </a:bodyPr>
          <a:lstStyle>
            <a:lvl1pPr indent="-228600" lvl="0" marL="457200" rtl="0">
              <a:lnSpc>
                <a:spcPct val="100000"/>
              </a:lnSpc>
              <a:spcBef>
                <a:spcPts val="0"/>
              </a:spcBef>
              <a:spcAft>
                <a:spcPts val="0"/>
              </a:spcAft>
              <a:buSzPts val="900"/>
              <a:buNone/>
              <a:defRPr sz="900"/>
            </a:lvl1pPr>
          </a:lstStyle>
          <a:p/>
        </p:txBody>
      </p:sp>
      <p:sp>
        <p:nvSpPr>
          <p:cNvPr id="114" name="Google Shape;114;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15" name="Google Shape;115;p10"/>
          <p:cNvSpPr txBox="1"/>
          <p:nvPr/>
        </p:nvSpPr>
        <p:spPr>
          <a:xfrm>
            <a:off x="6831575" y="4751875"/>
            <a:ext cx="1724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jhudatascience.org</a:t>
            </a:r>
            <a:endParaRPr sz="1000">
              <a:latin typeface="Lato"/>
              <a:ea typeface="Lato"/>
              <a:cs typeface="Lato"/>
              <a:sym typeface="Lato"/>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16" name="Shape 116"/>
        <p:cNvGrpSpPr/>
        <p:nvPr/>
      </p:nvGrpSpPr>
      <p:grpSpPr>
        <a:xfrm>
          <a:off x="0" y="0"/>
          <a:ext cx="0" cy="0"/>
          <a:chOff x="0" y="0"/>
          <a:chExt cx="0" cy="0"/>
        </a:xfrm>
      </p:grpSpPr>
      <p:grpSp>
        <p:nvGrpSpPr>
          <p:cNvPr id="117" name="Google Shape;117;p11"/>
          <p:cNvGrpSpPr/>
          <p:nvPr/>
        </p:nvGrpSpPr>
        <p:grpSpPr>
          <a:xfrm>
            <a:off x="4406400" y="0"/>
            <a:ext cx="4737600" cy="5143065"/>
            <a:chOff x="4406400" y="0"/>
            <a:chExt cx="4737600" cy="5143065"/>
          </a:xfrm>
        </p:grpSpPr>
        <p:sp>
          <p:nvSpPr>
            <p:cNvPr id="118" name="Google Shape;118;p11"/>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11"/>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11"/>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1"/>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11"/>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1"/>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11"/>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11"/>
            <p:cNvSpPr/>
            <p:nvPr/>
          </p:nvSpPr>
          <p:spPr>
            <a:xfrm flipH="1">
              <a:off x="6908099" y="2069505"/>
              <a:ext cx="808800" cy="808800"/>
            </a:xfrm>
            <a:prstGeom prst="diagStripe">
              <a:avLst>
                <a:gd fmla="val 50000" name="adj"/>
              </a:avLst>
            </a:prstGeom>
            <a:solidFill>
              <a:srgbClr val="002D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11"/>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11"/>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11"/>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11"/>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11"/>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11"/>
            <p:cNvSpPr/>
            <p:nvPr/>
          </p:nvSpPr>
          <p:spPr>
            <a:xfrm rot="-5400000">
              <a:off x="7227414" y="3710807"/>
              <a:ext cx="808800" cy="808800"/>
            </a:xfrm>
            <a:prstGeom prst="diagStripe">
              <a:avLst>
                <a:gd fmla="val 50000" name="adj"/>
              </a:avLst>
            </a:prstGeom>
            <a:solidFill>
              <a:srgbClr val="68AC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11"/>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11"/>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11"/>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11"/>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6" name="Google Shape;136;p11"/>
          <p:cNvSpPr txBox="1"/>
          <p:nvPr>
            <p:ph hasCustomPrompt="1" type="title"/>
          </p:nvPr>
        </p:nvSpPr>
        <p:spPr>
          <a:xfrm>
            <a:off x="823850" y="1284675"/>
            <a:ext cx="4776000" cy="1300800"/>
          </a:xfrm>
          <a:prstGeom prst="rect">
            <a:avLst/>
          </a:prstGeom>
        </p:spPr>
        <p:txBody>
          <a:bodyPr anchorCtr="0" anchor="t" bIns="91425" lIns="91425" spcFirstLastPara="1" rIns="91425" wrap="square" tIns="91425">
            <a:normAutofit/>
          </a:bodyPr>
          <a:lstStyle>
            <a:lvl1pPr lvl="0" rtl="0">
              <a:spcBef>
                <a:spcPts val="0"/>
              </a:spcBef>
              <a:spcAft>
                <a:spcPts val="0"/>
              </a:spcAft>
              <a:buSzPts val="8000"/>
              <a:buNone/>
              <a:defRPr sz="8000"/>
            </a:lvl1pPr>
            <a:lvl2pPr lvl="1" rtl="0">
              <a:spcBef>
                <a:spcPts val="0"/>
              </a:spcBef>
              <a:spcAft>
                <a:spcPts val="0"/>
              </a:spcAft>
              <a:buSzPts val="8000"/>
              <a:buNone/>
              <a:defRPr sz="8000"/>
            </a:lvl2pPr>
            <a:lvl3pPr lvl="2" rtl="0">
              <a:spcBef>
                <a:spcPts val="0"/>
              </a:spcBef>
              <a:spcAft>
                <a:spcPts val="0"/>
              </a:spcAft>
              <a:buSzPts val="8000"/>
              <a:buNone/>
              <a:defRPr sz="8000"/>
            </a:lvl3pPr>
            <a:lvl4pPr lvl="3" rtl="0">
              <a:spcBef>
                <a:spcPts val="0"/>
              </a:spcBef>
              <a:spcAft>
                <a:spcPts val="0"/>
              </a:spcAft>
              <a:buSzPts val="8000"/>
              <a:buNone/>
              <a:defRPr sz="8000"/>
            </a:lvl4pPr>
            <a:lvl5pPr lvl="4" rtl="0">
              <a:spcBef>
                <a:spcPts val="0"/>
              </a:spcBef>
              <a:spcAft>
                <a:spcPts val="0"/>
              </a:spcAft>
              <a:buSzPts val="8000"/>
              <a:buNone/>
              <a:defRPr sz="8000"/>
            </a:lvl5pPr>
            <a:lvl6pPr lvl="5" rtl="0">
              <a:spcBef>
                <a:spcPts val="0"/>
              </a:spcBef>
              <a:spcAft>
                <a:spcPts val="0"/>
              </a:spcAft>
              <a:buSzPts val="8000"/>
              <a:buNone/>
              <a:defRPr sz="8000"/>
            </a:lvl6pPr>
            <a:lvl7pPr lvl="6" rtl="0">
              <a:spcBef>
                <a:spcPts val="0"/>
              </a:spcBef>
              <a:spcAft>
                <a:spcPts val="0"/>
              </a:spcAft>
              <a:buSzPts val="8000"/>
              <a:buNone/>
              <a:defRPr sz="8000"/>
            </a:lvl7pPr>
            <a:lvl8pPr lvl="7" rtl="0">
              <a:spcBef>
                <a:spcPts val="0"/>
              </a:spcBef>
              <a:spcAft>
                <a:spcPts val="0"/>
              </a:spcAft>
              <a:buSzPts val="8000"/>
              <a:buNone/>
              <a:defRPr sz="8000"/>
            </a:lvl8pPr>
            <a:lvl9pPr lvl="8" rtl="0">
              <a:spcBef>
                <a:spcPts val="0"/>
              </a:spcBef>
              <a:spcAft>
                <a:spcPts val="0"/>
              </a:spcAft>
              <a:buSzPts val="8000"/>
              <a:buNone/>
              <a:defRPr sz="8000"/>
            </a:lvl9pPr>
          </a:lstStyle>
          <a:p>
            <a:r>
              <a:t>xx%</a:t>
            </a:r>
          </a:p>
        </p:txBody>
      </p:sp>
      <p:sp>
        <p:nvSpPr>
          <p:cNvPr id="137" name="Google Shape;137;p11"/>
          <p:cNvSpPr txBox="1"/>
          <p:nvPr>
            <p:ph idx="1" type="body"/>
          </p:nvPr>
        </p:nvSpPr>
        <p:spPr>
          <a:xfrm>
            <a:off x="823850" y="2643124"/>
            <a:ext cx="4776000" cy="1218900"/>
          </a:xfrm>
          <a:prstGeom prst="rect">
            <a:avLst/>
          </a:prstGeom>
        </p:spPr>
        <p:txBody>
          <a:bodyPr anchorCtr="0" anchor="t" bIns="91425" lIns="91425" spcFirstLastPara="1" rIns="91425" wrap="square" tIns="91425">
            <a:normAutofit/>
          </a:bodyPr>
          <a:lstStyle>
            <a:lvl1pPr indent="-311150" lvl="0" marL="457200" rtl="0">
              <a:spcBef>
                <a:spcPts val="0"/>
              </a:spcBef>
              <a:spcAft>
                <a:spcPts val="0"/>
              </a:spcAft>
              <a:buSzPts val="1300"/>
              <a:buChar char="●"/>
              <a:defRPr/>
            </a:lvl1pPr>
            <a:lvl2pPr indent="-298450" lvl="1" marL="914400" rtl="0">
              <a:spcBef>
                <a:spcPts val="0"/>
              </a:spcBef>
              <a:spcAft>
                <a:spcPts val="0"/>
              </a:spcAft>
              <a:buSzPts val="1100"/>
              <a:buChar char="○"/>
              <a:defRPr/>
            </a:lvl2pPr>
            <a:lvl3pPr indent="-298450" lvl="2" marL="1371600" rtl="0">
              <a:spcBef>
                <a:spcPts val="0"/>
              </a:spcBef>
              <a:spcAft>
                <a:spcPts val="0"/>
              </a:spcAft>
              <a:buSzPts val="1100"/>
              <a:buChar char="■"/>
              <a:defRPr/>
            </a:lvl3pPr>
            <a:lvl4pPr indent="-298450" lvl="3" marL="1828800" rtl="0">
              <a:spcBef>
                <a:spcPts val="0"/>
              </a:spcBef>
              <a:spcAft>
                <a:spcPts val="0"/>
              </a:spcAft>
              <a:buSzPts val="1100"/>
              <a:buChar char="●"/>
              <a:defRPr/>
            </a:lvl4pPr>
            <a:lvl5pPr indent="-298450" lvl="4" marL="2286000" rtl="0">
              <a:spcBef>
                <a:spcPts val="0"/>
              </a:spcBef>
              <a:spcAft>
                <a:spcPts val="0"/>
              </a:spcAft>
              <a:buSzPts val="1100"/>
              <a:buChar char="○"/>
              <a:defRPr/>
            </a:lvl5pPr>
            <a:lvl6pPr indent="-298450" lvl="5" marL="2743200" rtl="0">
              <a:spcBef>
                <a:spcPts val="0"/>
              </a:spcBef>
              <a:spcAft>
                <a:spcPts val="0"/>
              </a:spcAft>
              <a:buSzPts val="1100"/>
              <a:buChar char="■"/>
              <a:defRPr/>
            </a:lvl6pPr>
            <a:lvl7pPr indent="-298450" lvl="6" marL="3200400" rtl="0">
              <a:spcBef>
                <a:spcPts val="0"/>
              </a:spcBef>
              <a:spcAft>
                <a:spcPts val="0"/>
              </a:spcAft>
              <a:buSzPts val="1100"/>
              <a:buChar char="●"/>
              <a:defRPr/>
            </a:lvl7pPr>
            <a:lvl8pPr indent="-298450" lvl="7" marL="3657600" rtl="0">
              <a:spcBef>
                <a:spcPts val="0"/>
              </a:spcBef>
              <a:spcAft>
                <a:spcPts val="0"/>
              </a:spcAft>
              <a:buSzPts val="1100"/>
              <a:buChar char="○"/>
              <a:defRPr/>
            </a:lvl8pPr>
            <a:lvl9pPr indent="-298450" lvl="8" marL="4114800" rtl="0">
              <a:spcBef>
                <a:spcPts val="0"/>
              </a:spcBef>
              <a:spcAft>
                <a:spcPts val="0"/>
              </a:spcAft>
              <a:buSzPts val="1100"/>
              <a:buChar char="■"/>
              <a:defRPr/>
            </a:lvl9pPr>
          </a:lstStyle>
          <a:p/>
        </p:txBody>
      </p:sp>
      <p:sp>
        <p:nvSpPr>
          <p:cNvPr id="138" name="Google Shape;138;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39" name="Google Shape;139;p11"/>
          <p:cNvSpPr txBox="1"/>
          <p:nvPr/>
        </p:nvSpPr>
        <p:spPr>
          <a:xfrm>
            <a:off x="6831575" y="4751875"/>
            <a:ext cx="1724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jhudatascience.org</a:t>
            </a:r>
            <a:endParaRPr sz="1000">
              <a:latin typeface="Lato"/>
              <a:ea typeface="Lato"/>
              <a:cs typeface="Lato"/>
              <a:sym typeface="Lato"/>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40" name="Shape 140"/>
        <p:cNvGrpSpPr/>
        <p:nvPr/>
      </p:nvGrpSpPr>
      <p:grpSpPr>
        <a:xfrm>
          <a:off x="0" y="0"/>
          <a:ext cx="0" cy="0"/>
          <a:chOff x="0" y="0"/>
          <a:chExt cx="0" cy="0"/>
        </a:xfrm>
      </p:grpSpPr>
      <p:sp>
        <p:nvSpPr>
          <p:cNvPr id="141" name="Google Shape;141;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42" name="Google Shape;142;p12"/>
          <p:cNvSpPr txBox="1"/>
          <p:nvPr/>
        </p:nvSpPr>
        <p:spPr>
          <a:xfrm>
            <a:off x="6831575" y="4751875"/>
            <a:ext cx="1724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jhudatascience.org</a:t>
            </a:r>
            <a:endParaRPr sz="1000">
              <a:latin typeface="Lato"/>
              <a:ea typeface="Lato"/>
              <a:cs typeface="Lato"/>
              <a:sym typeface="Lato"/>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focus">
    <p:bg>
      <p:bgPr>
        <a:solidFill>
          <a:srgbClr val="FFFFFF"/>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1pPr>
            <a:lvl2pPr lvl="1"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2pPr>
            <a:lvl3pPr lvl="2"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3pPr>
            <a:lvl4pPr lvl="3"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4pPr>
            <a:lvl5pPr lvl="4"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5pPr>
            <a:lvl6pPr lvl="5"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6pPr>
            <a:lvl7pPr lvl="6"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7pPr>
            <a:lvl8pPr lvl="7"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8pPr>
            <a:lvl9pPr lvl="8"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rtl="0">
              <a:lnSpc>
                <a:spcPct val="115000"/>
              </a:lnSpc>
              <a:spcBef>
                <a:spcPts val="0"/>
              </a:spcBef>
              <a:spcAft>
                <a:spcPts val="0"/>
              </a:spcAft>
              <a:buClr>
                <a:schemeClr val="lt1"/>
              </a:buClr>
              <a:buSzPts val="1300"/>
              <a:buFont typeface="Lato"/>
              <a:buChar char="●"/>
              <a:defRPr sz="1300">
                <a:solidFill>
                  <a:schemeClr val="lt1"/>
                </a:solidFill>
                <a:latin typeface="Lato"/>
                <a:ea typeface="Lato"/>
                <a:cs typeface="Lato"/>
                <a:sym typeface="Lato"/>
              </a:defRPr>
            </a:lvl1pPr>
            <a:lvl2pPr indent="-298450" lvl="1" marL="914400" rtl="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2pPr>
            <a:lvl3pPr indent="-298450" lvl="2" marL="1371600" rtl="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3pPr>
            <a:lvl4pPr indent="-298450" lvl="3" marL="1828800" rtl="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4pPr>
            <a:lvl5pPr indent="-298450" lvl="4" marL="2286000" rtl="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5pPr>
            <a:lvl6pPr indent="-298450" lvl="5" marL="2743200" rtl="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6pPr>
            <a:lvl7pPr indent="-298450" lvl="6" marL="3200400" rtl="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7pPr>
            <a:lvl8pPr indent="-298450" lvl="7" marL="3657600" rtl="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8pPr>
            <a:lvl9pPr indent="-298450" lvl="8" marL="4114800" rtl="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rtl="0" algn="r">
              <a:buNone/>
              <a:defRPr sz="1000">
                <a:solidFill>
                  <a:schemeClr val="lt1"/>
                </a:solidFill>
                <a:latin typeface="Lato"/>
                <a:ea typeface="Lato"/>
                <a:cs typeface="Lato"/>
                <a:sym typeface="Lato"/>
              </a:defRPr>
            </a:lvl1pPr>
            <a:lvl2pPr lvl="1" rtl="0" algn="r">
              <a:buNone/>
              <a:defRPr sz="1000">
                <a:solidFill>
                  <a:schemeClr val="lt1"/>
                </a:solidFill>
                <a:latin typeface="Lato"/>
                <a:ea typeface="Lato"/>
                <a:cs typeface="Lato"/>
                <a:sym typeface="Lato"/>
              </a:defRPr>
            </a:lvl2pPr>
            <a:lvl3pPr lvl="2" rtl="0" algn="r">
              <a:buNone/>
              <a:defRPr sz="1000">
                <a:solidFill>
                  <a:schemeClr val="lt1"/>
                </a:solidFill>
                <a:latin typeface="Lato"/>
                <a:ea typeface="Lato"/>
                <a:cs typeface="Lato"/>
                <a:sym typeface="Lato"/>
              </a:defRPr>
            </a:lvl3pPr>
            <a:lvl4pPr lvl="3" rtl="0" algn="r">
              <a:buNone/>
              <a:defRPr sz="1000">
                <a:solidFill>
                  <a:schemeClr val="lt1"/>
                </a:solidFill>
                <a:latin typeface="Lato"/>
                <a:ea typeface="Lato"/>
                <a:cs typeface="Lato"/>
                <a:sym typeface="Lato"/>
              </a:defRPr>
            </a:lvl4pPr>
            <a:lvl5pPr lvl="4" rtl="0" algn="r">
              <a:buNone/>
              <a:defRPr sz="1000">
                <a:solidFill>
                  <a:schemeClr val="lt1"/>
                </a:solidFill>
                <a:latin typeface="Lato"/>
                <a:ea typeface="Lato"/>
                <a:cs typeface="Lato"/>
                <a:sym typeface="Lato"/>
              </a:defRPr>
            </a:lvl5pPr>
            <a:lvl6pPr lvl="5" rtl="0" algn="r">
              <a:buNone/>
              <a:defRPr sz="1000">
                <a:solidFill>
                  <a:schemeClr val="lt1"/>
                </a:solidFill>
                <a:latin typeface="Lato"/>
                <a:ea typeface="Lato"/>
                <a:cs typeface="Lato"/>
                <a:sym typeface="Lato"/>
              </a:defRPr>
            </a:lvl6pPr>
            <a:lvl7pPr lvl="6" rtl="0" algn="r">
              <a:buNone/>
              <a:defRPr sz="1000">
                <a:solidFill>
                  <a:schemeClr val="lt1"/>
                </a:solidFill>
                <a:latin typeface="Lato"/>
                <a:ea typeface="Lato"/>
                <a:cs typeface="Lato"/>
                <a:sym typeface="Lato"/>
              </a:defRPr>
            </a:lvl7pPr>
            <a:lvl8pPr lvl="7" rtl="0" algn="r">
              <a:buNone/>
              <a:defRPr sz="1000">
                <a:solidFill>
                  <a:schemeClr val="lt1"/>
                </a:solidFill>
                <a:latin typeface="Lato"/>
                <a:ea typeface="Lato"/>
                <a:cs typeface="Lato"/>
                <a:sym typeface="Lato"/>
              </a:defRPr>
            </a:lvl8pPr>
            <a:lvl9pPr lvl="8" rtl="0" algn="r">
              <a:buNone/>
              <a:defRPr sz="1000">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 Id="rId3"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xml"/><Relationship Id="rId3" Type="http://schemas.openxmlformats.org/officeDocument/2006/relationships/hyperlink" Target="https://anvil.terra.bio/" TargetMode="External"/><Relationship Id="rId4" Type="http://schemas.openxmlformats.org/officeDocument/2006/relationships/hyperlink" Target="https://creativecommons.org/licenses/by/4.0/" TargetMode="External"/><Relationship Id="rId5" Type="http://schemas.openxmlformats.org/officeDocument/2006/relationships/image" Target="../media/image1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xml"/><Relationship Id="rId3" Type="http://schemas.openxmlformats.org/officeDocument/2006/relationships/hyperlink" Target="https://anvil.terra.bio/#workspaces" TargetMode="External"/><Relationship Id="rId4" Type="http://schemas.openxmlformats.org/officeDocument/2006/relationships/hyperlink" Target="https://creativecommons.org/licenses/by/4.0/" TargetMode="External"/><Relationship Id="rId5"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xml"/><Relationship Id="rId3" Type="http://schemas.openxmlformats.org/officeDocument/2006/relationships/hyperlink" Target="https://anvil.terra.bio/#workspaces" TargetMode="External"/><Relationship Id="rId4" Type="http://schemas.openxmlformats.org/officeDocument/2006/relationships/hyperlink" Target="https://creativecommons.org/licenses/by/4.0/" TargetMode="External"/><Relationship Id="rId5"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6.xml"/><Relationship Id="rId3" Type="http://schemas.openxmlformats.org/officeDocument/2006/relationships/hyperlink" Target="https://anvil.terra.bio/#workspaces" TargetMode="External"/><Relationship Id="rId4" Type="http://schemas.openxmlformats.org/officeDocument/2006/relationships/hyperlink" Target="https://creativecommons.org/licenses/by/4.0/" TargetMode="External"/><Relationship Id="rId5"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7.xml"/><Relationship Id="rId3" Type="http://schemas.openxmlformats.org/officeDocument/2006/relationships/hyperlink" Target="https://anvil.terra.bio/#workspaces" TargetMode="External"/><Relationship Id="rId4" Type="http://schemas.openxmlformats.org/officeDocument/2006/relationships/hyperlink" Target="https://creativecommons.org/licenses/by/4.0/" TargetMode="External"/><Relationship Id="rId5"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xml"/><Relationship Id="rId3" Type="http://schemas.openxmlformats.org/officeDocument/2006/relationships/image" Target="../media/image8.png"/><Relationship Id="rId4" Type="http://schemas.openxmlformats.org/officeDocument/2006/relationships/hyperlink" Target="https://anvil.terra.bio/#workspaces"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9.xml"/><Relationship Id="rId3" Type="http://schemas.openxmlformats.org/officeDocument/2006/relationships/image" Target="../media/image12.png"/><Relationship Id="rId4" Type="http://schemas.openxmlformats.org/officeDocument/2006/relationships/hyperlink" Target="https://anvil.terra.bio/#workspaces/pathogen-genomic-surveillance/COVID-19" TargetMode="External"/><Relationship Id="rId5" Type="http://schemas.openxmlformats.org/officeDocument/2006/relationships/hyperlink" Target="https://creativecommons.org/licenses/by/4.0/"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0.xml"/><Relationship Id="rId3" Type="http://schemas.openxmlformats.org/officeDocument/2006/relationships/image" Target="../media/image10.png"/><Relationship Id="rId4" Type="http://schemas.openxmlformats.org/officeDocument/2006/relationships/hyperlink" Target="https://anvil.terra.bio/#workspaces" TargetMode="External"/><Relationship Id="rId5"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13"/>
          <p:cNvSpPr txBox="1"/>
          <p:nvPr>
            <p:ph type="ctrTitle"/>
          </p:nvPr>
        </p:nvSpPr>
        <p:spPr>
          <a:xfrm>
            <a:off x="3537150" y="1578375"/>
            <a:ext cx="5017500" cy="15789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Clone a Workspace</a:t>
            </a:r>
            <a:endParaRPr/>
          </a:p>
        </p:txBody>
      </p:sp>
      <p:sp>
        <p:nvSpPr>
          <p:cNvPr id="148" name="Google Shape;148;p13"/>
          <p:cNvSpPr txBox="1"/>
          <p:nvPr>
            <p:ph idx="1" type="subTitle"/>
          </p:nvPr>
        </p:nvSpPr>
        <p:spPr>
          <a:xfrm>
            <a:off x="2997775" y="3033950"/>
            <a:ext cx="5939400" cy="506100"/>
          </a:xfrm>
          <a:prstGeom prst="rect">
            <a:avLst/>
          </a:prstGeom>
        </p:spPr>
        <p:txBody>
          <a:bodyPr anchorCtr="0" anchor="t" bIns="91425" lIns="91425" spcFirstLastPara="1" rIns="91425" wrap="square" tIns="91425">
            <a:normAutofit fontScale="92500" lnSpcReduction="20000"/>
          </a:bodyPr>
          <a:lstStyle/>
          <a:p>
            <a:pPr indent="0" lvl="0" marL="0" rtl="0" algn="ctr">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14"/>
          <p:cNvSpPr txBox="1"/>
          <p:nvPr>
            <p:ph type="title"/>
          </p:nvPr>
        </p:nvSpPr>
        <p:spPr>
          <a:xfrm>
            <a:off x="1297500" y="393750"/>
            <a:ext cx="77238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Terms of Use</a:t>
            </a:r>
            <a:endParaRPr/>
          </a:p>
        </p:txBody>
      </p:sp>
      <p:pic>
        <p:nvPicPr>
          <p:cNvPr id="154" name="Google Shape;154;p14"/>
          <p:cNvPicPr preferRelativeResize="0"/>
          <p:nvPr/>
        </p:nvPicPr>
        <p:blipFill>
          <a:blip r:embed="rId3">
            <a:alphaModFix/>
          </a:blip>
          <a:stretch>
            <a:fillRect/>
          </a:stretch>
        </p:blipFill>
        <p:spPr>
          <a:xfrm>
            <a:off x="5981726" y="2173675"/>
            <a:ext cx="2275450" cy="79615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15"/>
          <p:cNvSpPr txBox="1"/>
          <p:nvPr>
            <p:ph idx="1" type="body"/>
          </p:nvPr>
        </p:nvSpPr>
        <p:spPr>
          <a:xfrm>
            <a:off x="418425" y="4682350"/>
            <a:ext cx="6936000" cy="523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Clr>
                <a:schemeClr val="lt1"/>
              </a:buClr>
              <a:buSzPts val="1100"/>
              <a:buFont typeface="Arial"/>
              <a:buNone/>
            </a:pPr>
            <a:r>
              <a:rPr lang="en" u="sng">
                <a:solidFill>
                  <a:schemeClr val="hlink"/>
                </a:solidFill>
                <a:hlinkClick r:id="rId3"/>
              </a:rPr>
              <a:t>https://anvil.terra.bio/ </a:t>
            </a:r>
            <a:r>
              <a:rPr lang="en"/>
              <a:t> homepage  screenshot by Katherine Cox.  </a:t>
            </a:r>
            <a:r>
              <a:rPr lang="en" u="sng">
                <a:solidFill>
                  <a:schemeClr val="accent5"/>
                </a:solidFill>
                <a:hlinkClick r:id="rId4">
                  <a:extLst>
                    <a:ext uri="{A12FA001-AC4F-418D-AE19-62706E023703}">
                      <ahyp:hlinkClr val="tx"/>
                    </a:ext>
                  </a:extLst>
                </a:hlinkClick>
              </a:rPr>
              <a:t>CC-BY-4.0</a:t>
            </a:r>
            <a:endParaRPr/>
          </a:p>
        </p:txBody>
      </p:sp>
      <p:pic>
        <p:nvPicPr>
          <p:cNvPr id="160" name="Google Shape;160;p15"/>
          <p:cNvPicPr preferRelativeResize="0"/>
          <p:nvPr/>
        </p:nvPicPr>
        <p:blipFill>
          <a:blip r:embed="rId5">
            <a:alphaModFix/>
          </a:blip>
          <a:stretch>
            <a:fillRect/>
          </a:stretch>
        </p:blipFill>
        <p:spPr>
          <a:xfrm>
            <a:off x="152400" y="590700"/>
            <a:ext cx="8839204" cy="3962102"/>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16"/>
          <p:cNvSpPr txBox="1"/>
          <p:nvPr>
            <p:ph idx="1" type="body"/>
          </p:nvPr>
        </p:nvSpPr>
        <p:spPr>
          <a:xfrm>
            <a:off x="418425" y="4682350"/>
            <a:ext cx="6936000" cy="523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u="sng">
                <a:solidFill>
                  <a:schemeClr val="accent5"/>
                </a:solidFill>
                <a:hlinkClick r:id="rId3">
                  <a:extLst>
                    <a:ext uri="{A12FA001-AC4F-418D-AE19-62706E023703}">
                      <ahyp:hlinkClr val="tx"/>
                    </a:ext>
                  </a:extLst>
                </a:hlinkClick>
              </a:rPr>
              <a:t>https://anvil.terra.bio/#workspaces</a:t>
            </a:r>
            <a:r>
              <a:rPr lang="en"/>
              <a:t> navigate to workspaces screenshot by Katherine Cox.  </a:t>
            </a:r>
            <a:r>
              <a:rPr lang="en" u="sng">
                <a:solidFill>
                  <a:schemeClr val="accent5"/>
                </a:solidFill>
                <a:hlinkClick r:id="rId4">
                  <a:extLst>
                    <a:ext uri="{A12FA001-AC4F-418D-AE19-62706E023703}">
                      <ahyp:hlinkClr val="tx"/>
                    </a:ext>
                  </a:extLst>
                </a:hlinkClick>
              </a:rPr>
              <a:t>CC-BY-4.0</a:t>
            </a:r>
            <a:endParaRPr/>
          </a:p>
        </p:txBody>
      </p:sp>
      <p:pic>
        <p:nvPicPr>
          <p:cNvPr id="166" name="Google Shape;166;p16"/>
          <p:cNvPicPr preferRelativeResize="0"/>
          <p:nvPr/>
        </p:nvPicPr>
        <p:blipFill>
          <a:blip r:embed="rId5">
            <a:alphaModFix/>
          </a:blip>
          <a:stretch>
            <a:fillRect/>
          </a:stretch>
        </p:blipFill>
        <p:spPr>
          <a:xfrm>
            <a:off x="152400" y="1330900"/>
            <a:ext cx="8839204" cy="2481710"/>
          </a:xfrm>
          <a:prstGeom prst="rect">
            <a:avLst/>
          </a:prstGeom>
          <a:noFill/>
          <a:ln>
            <a:noFill/>
          </a:ln>
        </p:spPr>
      </p:pic>
      <p:sp>
        <p:nvSpPr>
          <p:cNvPr id="167" name="Google Shape;167;p16"/>
          <p:cNvSpPr/>
          <p:nvPr/>
        </p:nvSpPr>
        <p:spPr>
          <a:xfrm>
            <a:off x="156950" y="1401875"/>
            <a:ext cx="465900" cy="315900"/>
          </a:xfrm>
          <a:prstGeom prst="rect">
            <a:avLst/>
          </a:prstGeom>
          <a:noFill/>
          <a:ln cap="flat" cmpd="sng" w="3810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16"/>
          <p:cNvSpPr/>
          <p:nvPr/>
        </p:nvSpPr>
        <p:spPr>
          <a:xfrm>
            <a:off x="233150" y="2359152"/>
            <a:ext cx="1386900" cy="315900"/>
          </a:xfrm>
          <a:prstGeom prst="rect">
            <a:avLst/>
          </a:prstGeom>
          <a:noFill/>
          <a:ln cap="flat" cmpd="sng" w="3810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17"/>
          <p:cNvSpPr txBox="1"/>
          <p:nvPr>
            <p:ph idx="1" type="body"/>
          </p:nvPr>
        </p:nvSpPr>
        <p:spPr>
          <a:xfrm>
            <a:off x="418425" y="4682350"/>
            <a:ext cx="6936000" cy="523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u="sng">
                <a:solidFill>
                  <a:schemeClr val="accent5"/>
                </a:solidFill>
                <a:hlinkClick r:id="rId3">
                  <a:extLst>
                    <a:ext uri="{A12FA001-AC4F-418D-AE19-62706E023703}">
                      <ahyp:hlinkClr val="tx"/>
                    </a:ext>
                  </a:extLst>
                </a:hlinkClick>
              </a:rPr>
              <a:t>https://anvil.terra.bio/#workspaces</a:t>
            </a:r>
            <a:r>
              <a:rPr lang="en"/>
              <a:t> my workspaces permissions screenshot by Katherine Cox.  </a:t>
            </a:r>
            <a:r>
              <a:rPr lang="en" u="sng">
                <a:solidFill>
                  <a:schemeClr val="accent5"/>
                </a:solidFill>
                <a:hlinkClick r:id="rId4">
                  <a:extLst>
                    <a:ext uri="{A12FA001-AC4F-418D-AE19-62706E023703}">
                      <ahyp:hlinkClr val="tx"/>
                    </a:ext>
                  </a:extLst>
                </a:hlinkClick>
              </a:rPr>
              <a:t>CC-BY-4.0</a:t>
            </a:r>
            <a:endParaRPr/>
          </a:p>
        </p:txBody>
      </p:sp>
      <p:pic>
        <p:nvPicPr>
          <p:cNvPr id="174" name="Google Shape;174;p17"/>
          <p:cNvPicPr preferRelativeResize="0"/>
          <p:nvPr/>
        </p:nvPicPr>
        <p:blipFill rotWithShape="1">
          <a:blip r:embed="rId5">
            <a:alphaModFix/>
          </a:blip>
          <a:srcRect b="0" l="0" r="13035" t="0"/>
          <a:stretch/>
        </p:blipFill>
        <p:spPr>
          <a:xfrm>
            <a:off x="152400" y="152400"/>
            <a:ext cx="8827105" cy="4529951"/>
          </a:xfrm>
          <a:prstGeom prst="rect">
            <a:avLst/>
          </a:prstGeom>
          <a:noFill/>
          <a:ln>
            <a:noFill/>
          </a:ln>
        </p:spPr>
      </p:pic>
      <p:sp>
        <p:nvSpPr>
          <p:cNvPr id="175" name="Google Shape;175;p17"/>
          <p:cNvSpPr/>
          <p:nvPr/>
        </p:nvSpPr>
        <p:spPr>
          <a:xfrm>
            <a:off x="303100" y="2288350"/>
            <a:ext cx="1539300" cy="315900"/>
          </a:xfrm>
          <a:prstGeom prst="rect">
            <a:avLst/>
          </a:prstGeom>
          <a:noFill/>
          <a:ln cap="flat" cmpd="sng" w="3810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17"/>
          <p:cNvSpPr/>
          <p:nvPr/>
        </p:nvSpPr>
        <p:spPr>
          <a:xfrm>
            <a:off x="7788925" y="2604250"/>
            <a:ext cx="939900" cy="1802400"/>
          </a:xfrm>
          <a:prstGeom prst="rect">
            <a:avLst/>
          </a:prstGeom>
          <a:noFill/>
          <a:ln cap="flat" cmpd="sng" w="3810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18"/>
          <p:cNvSpPr txBox="1"/>
          <p:nvPr>
            <p:ph idx="1" type="body"/>
          </p:nvPr>
        </p:nvSpPr>
        <p:spPr>
          <a:xfrm>
            <a:off x="418425" y="4682350"/>
            <a:ext cx="6936000" cy="523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u="sng">
                <a:solidFill>
                  <a:schemeClr val="accent5"/>
                </a:solidFill>
                <a:hlinkClick r:id="rId3">
                  <a:extLst>
                    <a:ext uri="{A12FA001-AC4F-418D-AE19-62706E023703}">
                      <ahyp:hlinkClr val="tx"/>
                    </a:ext>
                  </a:extLst>
                </a:hlinkClick>
              </a:rPr>
              <a:t>https://anvil.terra.bio/#workspaces</a:t>
            </a:r>
            <a:r>
              <a:rPr lang="en"/>
              <a:t> my workspaces tab, selecting SARS-CoV-2 Genome workspace screenshot by Katherine Cox.  </a:t>
            </a:r>
            <a:r>
              <a:rPr lang="en" u="sng">
                <a:solidFill>
                  <a:schemeClr val="accent5"/>
                </a:solidFill>
                <a:hlinkClick r:id="rId4">
                  <a:extLst>
                    <a:ext uri="{A12FA001-AC4F-418D-AE19-62706E023703}">
                      <ahyp:hlinkClr val="tx"/>
                    </a:ext>
                  </a:extLst>
                </a:hlinkClick>
              </a:rPr>
              <a:t>CC-BY-4.0</a:t>
            </a:r>
            <a:endParaRPr/>
          </a:p>
        </p:txBody>
      </p:sp>
      <p:pic>
        <p:nvPicPr>
          <p:cNvPr id="182" name="Google Shape;182;p18"/>
          <p:cNvPicPr preferRelativeResize="0"/>
          <p:nvPr/>
        </p:nvPicPr>
        <p:blipFill rotWithShape="1">
          <a:blip r:embed="rId5">
            <a:alphaModFix/>
          </a:blip>
          <a:srcRect b="0" l="0" r="13035" t="0"/>
          <a:stretch/>
        </p:blipFill>
        <p:spPr>
          <a:xfrm>
            <a:off x="152400" y="152400"/>
            <a:ext cx="8827105" cy="4529951"/>
          </a:xfrm>
          <a:prstGeom prst="rect">
            <a:avLst/>
          </a:prstGeom>
          <a:noFill/>
          <a:ln>
            <a:noFill/>
          </a:ln>
        </p:spPr>
      </p:pic>
      <p:sp>
        <p:nvSpPr>
          <p:cNvPr id="183" name="Google Shape;183;p18"/>
          <p:cNvSpPr/>
          <p:nvPr/>
        </p:nvSpPr>
        <p:spPr>
          <a:xfrm>
            <a:off x="303100" y="2288350"/>
            <a:ext cx="1539300" cy="315900"/>
          </a:xfrm>
          <a:prstGeom prst="rect">
            <a:avLst/>
          </a:prstGeom>
          <a:noFill/>
          <a:ln cap="flat" cmpd="sng" w="3810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18"/>
          <p:cNvSpPr/>
          <p:nvPr/>
        </p:nvSpPr>
        <p:spPr>
          <a:xfrm>
            <a:off x="695500" y="3494775"/>
            <a:ext cx="1607700" cy="343500"/>
          </a:xfrm>
          <a:prstGeom prst="rect">
            <a:avLst/>
          </a:prstGeom>
          <a:noFill/>
          <a:ln cap="flat" cmpd="sng" w="3810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19"/>
          <p:cNvSpPr txBox="1"/>
          <p:nvPr>
            <p:ph idx="1" type="body"/>
          </p:nvPr>
        </p:nvSpPr>
        <p:spPr>
          <a:xfrm>
            <a:off x="418425" y="4682350"/>
            <a:ext cx="6936000" cy="523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u="sng">
                <a:solidFill>
                  <a:schemeClr val="accent5"/>
                </a:solidFill>
                <a:hlinkClick r:id="rId3">
                  <a:extLst>
                    <a:ext uri="{A12FA001-AC4F-418D-AE19-62706E023703}">
                      <ahyp:hlinkClr val="tx"/>
                    </a:ext>
                  </a:extLst>
                </a:hlinkClick>
              </a:rPr>
              <a:t>https://anvil.terra.bio/#workspaces</a:t>
            </a:r>
            <a:r>
              <a:rPr lang="en"/>
              <a:t> public  tab, searching for  SARS-CoV-2 Genome workspace screenshot by Katherine Cox.  </a:t>
            </a:r>
            <a:r>
              <a:rPr lang="en" u="sng">
                <a:solidFill>
                  <a:schemeClr val="accent5"/>
                </a:solidFill>
                <a:hlinkClick r:id="rId4">
                  <a:extLst>
                    <a:ext uri="{A12FA001-AC4F-418D-AE19-62706E023703}">
                      <ahyp:hlinkClr val="tx"/>
                    </a:ext>
                  </a:extLst>
                </a:hlinkClick>
              </a:rPr>
              <a:t>CC-BY-4.0</a:t>
            </a:r>
            <a:endParaRPr/>
          </a:p>
        </p:txBody>
      </p:sp>
      <p:pic>
        <p:nvPicPr>
          <p:cNvPr id="190" name="Google Shape;190;p19"/>
          <p:cNvPicPr preferRelativeResize="0"/>
          <p:nvPr/>
        </p:nvPicPr>
        <p:blipFill rotWithShape="1">
          <a:blip r:embed="rId5">
            <a:alphaModFix/>
          </a:blip>
          <a:srcRect b="17088" l="0" r="25149" t="0"/>
          <a:stretch/>
        </p:blipFill>
        <p:spPr>
          <a:xfrm>
            <a:off x="152400" y="152400"/>
            <a:ext cx="8875674" cy="4402375"/>
          </a:xfrm>
          <a:prstGeom prst="rect">
            <a:avLst/>
          </a:prstGeom>
          <a:noFill/>
          <a:ln>
            <a:noFill/>
          </a:ln>
        </p:spPr>
      </p:pic>
      <p:sp>
        <p:nvSpPr>
          <p:cNvPr id="191" name="Google Shape;191;p19"/>
          <p:cNvSpPr/>
          <p:nvPr/>
        </p:nvSpPr>
        <p:spPr>
          <a:xfrm>
            <a:off x="285375" y="2109375"/>
            <a:ext cx="1386900" cy="400500"/>
          </a:xfrm>
          <a:prstGeom prst="rect">
            <a:avLst/>
          </a:prstGeom>
          <a:noFill/>
          <a:ln cap="flat" cmpd="sng" w="3810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19"/>
          <p:cNvSpPr/>
          <p:nvPr/>
        </p:nvSpPr>
        <p:spPr>
          <a:xfrm>
            <a:off x="5226400" y="2669600"/>
            <a:ext cx="1017000" cy="315900"/>
          </a:xfrm>
          <a:prstGeom prst="rect">
            <a:avLst/>
          </a:prstGeom>
          <a:noFill/>
          <a:ln cap="flat" cmpd="sng" w="3810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pic>
        <p:nvPicPr>
          <p:cNvPr id="197" name="Google Shape;197;p20"/>
          <p:cNvPicPr preferRelativeResize="0"/>
          <p:nvPr/>
        </p:nvPicPr>
        <p:blipFill>
          <a:blip r:embed="rId3">
            <a:alphaModFix/>
          </a:blip>
          <a:stretch>
            <a:fillRect/>
          </a:stretch>
        </p:blipFill>
        <p:spPr>
          <a:xfrm>
            <a:off x="806180" y="400050"/>
            <a:ext cx="7531641" cy="4343400"/>
          </a:xfrm>
          <a:prstGeom prst="rect">
            <a:avLst/>
          </a:prstGeom>
          <a:noFill/>
          <a:ln>
            <a:noFill/>
          </a:ln>
        </p:spPr>
      </p:pic>
      <p:sp>
        <p:nvSpPr>
          <p:cNvPr id="198" name="Google Shape;198;p20"/>
          <p:cNvSpPr txBox="1"/>
          <p:nvPr/>
        </p:nvSpPr>
        <p:spPr>
          <a:xfrm>
            <a:off x="418425" y="4682350"/>
            <a:ext cx="6936000" cy="523800"/>
          </a:xfrm>
          <a:prstGeom prst="rect">
            <a:avLst/>
          </a:prstGeom>
          <a:noFill/>
          <a:ln>
            <a:noFill/>
          </a:ln>
        </p:spPr>
        <p:txBody>
          <a:bodyPr anchorCtr="0" anchor="ctr" bIns="91425" lIns="91425" spcFirstLastPara="1" rIns="91425" wrap="square" tIns="91425">
            <a:normAutofit/>
          </a:bodyPr>
          <a:lstStyle/>
          <a:p>
            <a:pPr indent="0" lvl="0" marL="0" rtl="0" algn="l">
              <a:lnSpc>
                <a:spcPct val="115000"/>
              </a:lnSpc>
              <a:spcBef>
                <a:spcPts val="0"/>
              </a:spcBef>
              <a:spcAft>
                <a:spcPts val="0"/>
              </a:spcAft>
              <a:buNone/>
            </a:pPr>
            <a:r>
              <a:rPr lang="en" sz="900" u="sng">
                <a:solidFill>
                  <a:schemeClr val="hlink"/>
                </a:solidFill>
                <a:latin typeface="Lato"/>
                <a:ea typeface="Lato"/>
                <a:cs typeface="Lato"/>
                <a:sym typeface="Lato"/>
                <a:hlinkClick r:id="rId4"/>
              </a:rPr>
              <a:t>https://anvil.terra.bio/#workspaces</a:t>
            </a:r>
            <a:r>
              <a:rPr lang="en" sz="900">
                <a:solidFill>
                  <a:srgbClr val="1155CC"/>
                </a:solidFill>
                <a:latin typeface="Lato"/>
                <a:ea typeface="Lato"/>
                <a:cs typeface="Lato"/>
                <a:sym typeface="Lato"/>
              </a:rPr>
              <a:t> </a:t>
            </a:r>
            <a:endParaRPr sz="900">
              <a:solidFill>
                <a:srgbClr val="1155CC"/>
              </a:solidFill>
              <a:latin typeface="Lato"/>
              <a:ea typeface="Lato"/>
              <a:cs typeface="Lato"/>
              <a:sym typeface="Lato"/>
            </a:endParaRPr>
          </a:p>
        </p:txBody>
      </p:sp>
      <p:sp>
        <p:nvSpPr>
          <p:cNvPr id="199" name="Google Shape;199;p20"/>
          <p:cNvSpPr/>
          <p:nvPr/>
        </p:nvSpPr>
        <p:spPr>
          <a:xfrm>
            <a:off x="7618475" y="2818525"/>
            <a:ext cx="386400" cy="345000"/>
          </a:xfrm>
          <a:prstGeom prst="rect">
            <a:avLst/>
          </a:prstGeom>
          <a:noFill/>
          <a:ln cap="flat" cmpd="sng" w="3810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20"/>
          <p:cNvSpPr/>
          <p:nvPr/>
        </p:nvSpPr>
        <p:spPr>
          <a:xfrm>
            <a:off x="6106175" y="2376300"/>
            <a:ext cx="910200" cy="390900"/>
          </a:xfrm>
          <a:prstGeom prst="rect">
            <a:avLst/>
          </a:prstGeom>
          <a:noFill/>
          <a:ln cap="flat" cmpd="sng" w="3810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01" name="Google Shape;201;p20"/>
          <p:cNvCxnSpPr/>
          <p:nvPr/>
        </p:nvCxnSpPr>
        <p:spPr>
          <a:xfrm flipH="1">
            <a:off x="8004875" y="1901150"/>
            <a:ext cx="605400" cy="800400"/>
          </a:xfrm>
          <a:prstGeom prst="straightConnector1">
            <a:avLst/>
          </a:prstGeom>
          <a:noFill/>
          <a:ln cap="flat" cmpd="sng" w="38100">
            <a:solidFill>
              <a:srgbClr val="FF9900"/>
            </a:solidFill>
            <a:prstDash val="solid"/>
            <a:round/>
            <a:headEnd len="med" w="med" type="none"/>
            <a:tailEnd len="med" w="med" type="triangle"/>
          </a:ln>
        </p:spPr>
      </p:cxn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pic>
        <p:nvPicPr>
          <p:cNvPr id="206" name="Google Shape;206;p21"/>
          <p:cNvPicPr preferRelativeResize="0"/>
          <p:nvPr/>
        </p:nvPicPr>
        <p:blipFill>
          <a:blip r:embed="rId3">
            <a:alphaModFix/>
          </a:blip>
          <a:stretch>
            <a:fillRect/>
          </a:stretch>
        </p:blipFill>
        <p:spPr>
          <a:xfrm>
            <a:off x="242461" y="400050"/>
            <a:ext cx="8659077" cy="4343400"/>
          </a:xfrm>
          <a:prstGeom prst="rect">
            <a:avLst/>
          </a:prstGeom>
          <a:noFill/>
          <a:ln>
            <a:noFill/>
          </a:ln>
        </p:spPr>
      </p:pic>
      <p:sp>
        <p:nvSpPr>
          <p:cNvPr id="207" name="Google Shape;207;p21"/>
          <p:cNvSpPr txBox="1"/>
          <p:nvPr>
            <p:ph idx="1" type="body"/>
          </p:nvPr>
        </p:nvSpPr>
        <p:spPr>
          <a:xfrm>
            <a:off x="418425" y="4682350"/>
            <a:ext cx="6936000" cy="523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u="sng">
                <a:solidFill>
                  <a:schemeClr val="hlink"/>
                </a:solidFill>
                <a:hlinkClick r:id="rId4"/>
              </a:rPr>
              <a:t>https://anvil.terra.bio/#workspaces/pathogen-genomic-surveillance/COVID-19</a:t>
            </a:r>
            <a:r>
              <a:rPr lang="en"/>
              <a:t>  Workspace screenshot </a:t>
            </a:r>
            <a:endParaRPr/>
          </a:p>
          <a:p>
            <a:pPr indent="0" lvl="0" marL="0" rtl="0" algn="l">
              <a:spcBef>
                <a:spcPts val="0"/>
              </a:spcBef>
              <a:spcAft>
                <a:spcPts val="0"/>
              </a:spcAft>
              <a:buNone/>
            </a:pPr>
            <a:r>
              <a:rPr lang="en"/>
              <a:t>by Ava Hoffman.  </a:t>
            </a:r>
            <a:r>
              <a:rPr lang="en" u="sng">
                <a:solidFill>
                  <a:schemeClr val="accent5"/>
                </a:solidFill>
                <a:hlinkClick r:id="rId5">
                  <a:extLst>
                    <a:ext uri="{A12FA001-AC4F-418D-AE19-62706E023703}">
                      <ahyp:hlinkClr val="tx"/>
                    </a:ext>
                  </a:extLst>
                </a:hlinkClick>
              </a:rPr>
              <a:t>CC-BY-4.0</a:t>
            </a:r>
            <a:endParaRPr/>
          </a:p>
        </p:txBody>
      </p:sp>
      <p:sp>
        <p:nvSpPr>
          <p:cNvPr id="208" name="Google Shape;208;p21"/>
          <p:cNvSpPr/>
          <p:nvPr/>
        </p:nvSpPr>
        <p:spPr>
          <a:xfrm>
            <a:off x="8423850" y="884850"/>
            <a:ext cx="388500" cy="315900"/>
          </a:xfrm>
          <a:prstGeom prst="rect">
            <a:avLst/>
          </a:prstGeom>
          <a:noFill/>
          <a:ln cap="flat" cmpd="sng" w="3810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21"/>
          <p:cNvSpPr/>
          <p:nvPr/>
        </p:nvSpPr>
        <p:spPr>
          <a:xfrm>
            <a:off x="7644825" y="1249300"/>
            <a:ext cx="544200" cy="217200"/>
          </a:xfrm>
          <a:prstGeom prst="rect">
            <a:avLst/>
          </a:prstGeom>
          <a:noFill/>
          <a:ln cap="flat" cmpd="sng" w="3810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pic>
        <p:nvPicPr>
          <p:cNvPr id="214" name="Google Shape;214;p22"/>
          <p:cNvPicPr preferRelativeResize="0"/>
          <p:nvPr/>
        </p:nvPicPr>
        <p:blipFill>
          <a:blip r:embed="rId3">
            <a:alphaModFix/>
          </a:blip>
          <a:stretch>
            <a:fillRect/>
          </a:stretch>
        </p:blipFill>
        <p:spPr>
          <a:xfrm>
            <a:off x="126947" y="400050"/>
            <a:ext cx="8890107" cy="4343400"/>
          </a:xfrm>
          <a:prstGeom prst="rect">
            <a:avLst/>
          </a:prstGeom>
          <a:noFill/>
          <a:ln>
            <a:noFill/>
          </a:ln>
        </p:spPr>
      </p:pic>
      <p:sp>
        <p:nvSpPr>
          <p:cNvPr id="215" name="Google Shape;215;p22"/>
          <p:cNvSpPr txBox="1"/>
          <p:nvPr/>
        </p:nvSpPr>
        <p:spPr>
          <a:xfrm>
            <a:off x="418425" y="4682350"/>
            <a:ext cx="6936000" cy="523800"/>
          </a:xfrm>
          <a:prstGeom prst="rect">
            <a:avLst/>
          </a:prstGeom>
          <a:noFill/>
          <a:ln>
            <a:noFill/>
          </a:ln>
        </p:spPr>
        <p:txBody>
          <a:bodyPr anchorCtr="0" anchor="ctr" bIns="91425" lIns="91425" spcFirstLastPara="1" rIns="91425" wrap="square" tIns="91425">
            <a:normAutofit/>
          </a:bodyPr>
          <a:lstStyle/>
          <a:p>
            <a:pPr indent="0" lvl="0" marL="0" rtl="0" algn="l">
              <a:lnSpc>
                <a:spcPct val="115000"/>
              </a:lnSpc>
              <a:spcBef>
                <a:spcPts val="0"/>
              </a:spcBef>
              <a:spcAft>
                <a:spcPts val="0"/>
              </a:spcAft>
              <a:buNone/>
            </a:pPr>
            <a:r>
              <a:rPr lang="en" sz="900" u="sng">
                <a:solidFill>
                  <a:schemeClr val="hlink"/>
                </a:solidFill>
                <a:latin typeface="Lato"/>
                <a:ea typeface="Lato"/>
                <a:cs typeface="Lato"/>
                <a:sym typeface="Lato"/>
                <a:hlinkClick r:id="rId4"/>
              </a:rPr>
              <a:t>https://anvil.terra.bio/#workspaces</a:t>
            </a:r>
            <a:r>
              <a:rPr lang="en" sz="900">
                <a:solidFill>
                  <a:srgbClr val="1155CC"/>
                </a:solidFill>
                <a:latin typeface="Lato"/>
                <a:ea typeface="Lato"/>
                <a:cs typeface="Lato"/>
                <a:sym typeface="Lato"/>
              </a:rPr>
              <a:t> </a:t>
            </a:r>
            <a:endParaRPr sz="900">
              <a:solidFill>
                <a:srgbClr val="1155CC"/>
              </a:solidFill>
              <a:latin typeface="Lato"/>
              <a:ea typeface="Lato"/>
              <a:cs typeface="Lato"/>
              <a:sym typeface="Lato"/>
            </a:endParaRPr>
          </a:p>
        </p:txBody>
      </p:sp>
      <p:sp>
        <p:nvSpPr>
          <p:cNvPr id="216" name="Google Shape;216;p22"/>
          <p:cNvSpPr/>
          <p:nvPr/>
        </p:nvSpPr>
        <p:spPr>
          <a:xfrm>
            <a:off x="3013125" y="1781225"/>
            <a:ext cx="1619700" cy="296400"/>
          </a:xfrm>
          <a:prstGeom prst="rect">
            <a:avLst/>
          </a:prstGeom>
          <a:noFill/>
          <a:ln cap="flat" cmpd="sng" w="3810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22"/>
          <p:cNvSpPr/>
          <p:nvPr/>
        </p:nvSpPr>
        <p:spPr>
          <a:xfrm>
            <a:off x="2992600" y="1203450"/>
            <a:ext cx="2533800" cy="296400"/>
          </a:xfrm>
          <a:prstGeom prst="rect">
            <a:avLst/>
          </a:prstGeom>
          <a:noFill/>
          <a:ln cap="flat" cmpd="sng" w="3810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22"/>
          <p:cNvSpPr/>
          <p:nvPr/>
        </p:nvSpPr>
        <p:spPr>
          <a:xfrm>
            <a:off x="4722675" y="3781478"/>
            <a:ext cx="1461600" cy="365100"/>
          </a:xfrm>
          <a:prstGeom prst="rect">
            <a:avLst/>
          </a:prstGeom>
          <a:noFill/>
          <a:ln cap="flat" cmpd="sng" w="3810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19" name="Google Shape;219;p22"/>
          <p:cNvPicPr preferRelativeResize="0"/>
          <p:nvPr/>
        </p:nvPicPr>
        <p:blipFill>
          <a:blip r:embed="rId5">
            <a:alphaModFix/>
          </a:blip>
          <a:stretch>
            <a:fillRect/>
          </a:stretch>
        </p:blipFill>
        <p:spPr>
          <a:xfrm>
            <a:off x="3048975" y="1841625"/>
            <a:ext cx="1523025" cy="206747"/>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23"/>
          <p:cNvSpPr txBox="1"/>
          <p:nvPr>
            <p:ph type="title"/>
          </p:nvPr>
        </p:nvSpPr>
        <p:spPr>
          <a:xfrm>
            <a:off x="1297500" y="393750"/>
            <a:ext cx="77238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Contributions</a:t>
            </a:r>
            <a:endParaRPr/>
          </a:p>
        </p:txBody>
      </p:sp>
      <p:sp>
        <p:nvSpPr>
          <p:cNvPr id="225" name="Google Shape;225;p23"/>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349250" lvl="0" marL="457200" rtl="0" algn="l">
              <a:spcBef>
                <a:spcPts val="0"/>
              </a:spcBef>
              <a:spcAft>
                <a:spcPts val="0"/>
              </a:spcAft>
              <a:buSzPts val="1900"/>
              <a:buChar char="-"/>
            </a:pPr>
            <a:r>
              <a:rPr lang="en"/>
              <a:t>Katherine Cox</a:t>
            </a:r>
            <a:endParaRPr/>
          </a:p>
          <a:p>
            <a:pPr indent="-349250" lvl="0" marL="457200" rtl="0" algn="l">
              <a:spcBef>
                <a:spcPts val="0"/>
              </a:spcBef>
              <a:spcAft>
                <a:spcPts val="0"/>
              </a:spcAft>
              <a:buSzPts val="1900"/>
              <a:buChar char="-"/>
            </a:pPr>
            <a:r>
              <a:rPr lang="en"/>
              <a:t>Ava Hoffman</a:t>
            </a:r>
            <a:endParaRPr/>
          </a:p>
          <a:p>
            <a:pPr indent="-349250" lvl="0" marL="457200" rtl="0" algn="l">
              <a:spcBef>
                <a:spcPts val="0"/>
              </a:spcBef>
              <a:spcAft>
                <a:spcPts val="0"/>
              </a:spcAft>
              <a:buSzPts val="1900"/>
              <a:buChar char="-"/>
            </a:pPr>
            <a:r>
              <a:rPr lang="en"/>
              <a:t>Elizabeth Humphries</a:t>
            </a:r>
            <a:endParaRPr/>
          </a:p>
          <a:p>
            <a:pPr indent="-349250" lvl="0" marL="457200" rtl="0" algn="l">
              <a:spcBef>
                <a:spcPts val="0"/>
              </a:spcBef>
              <a:spcAft>
                <a:spcPts val="0"/>
              </a:spcAft>
              <a:buSzPts val="1900"/>
              <a:buChar char="-"/>
            </a:pPr>
            <a:r>
              <a:rPr lang="en"/>
              <a:t>Frederick Tan</a:t>
            </a:r>
            <a:endParaRPr/>
          </a:p>
        </p:txBody>
      </p:sp>
    </p:spTree>
  </p:cSld>
  <p:clrMapOvr>
    <a:masterClrMapping/>
  </p:clrMapOvr>
</p:sld>
</file>

<file path=ppt/theme/theme1.xml><?xml version="1.0" encoding="utf-8"?>
<a:theme xmlns:a="http://schemas.openxmlformats.org/drawingml/2006/main" xmlns:r="http://schemas.openxmlformats.org/officeDocument/2006/relationships" name="Focus">
  <a:themeElements>
    <a:clrScheme name="Focus">
      <a:dk1>
        <a:srgbClr val="1B212C"/>
      </a:dk1>
      <a:lt1>
        <a:srgbClr val="000000"/>
      </a:lt1>
      <a:dk2>
        <a:srgbClr val="000000"/>
      </a:dk2>
      <a:lt2>
        <a:srgbClr val="000000"/>
      </a:lt2>
      <a:accent1>
        <a:srgbClr val="DABF24"/>
      </a:accent1>
      <a:accent2>
        <a:srgbClr val="DABF24"/>
      </a:accent2>
      <a:accent3>
        <a:srgbClr val="4E5567"/>
      </a:accent3>
      <a:accent4>
        <a:srgbClr val="F4D6AD"/>
      </a:accent4>
      <a:accent5>
        <a:srgbClr val="7890CD"/>
      </a:accent5>
      <a:accent6>
        <a:srgbClr val="F15E22"/>
      </a:accent6>
      <a:hlink>
        <a:srgbClr val="7890CD"/>
      </a:hlink>
      <a:folHlink>
        <a:srgbClr val="7890C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