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set up budget alerts for your Google Cloud Platform expenses.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get started, </a:t>
            </a:r>
            <a:r>
              <a:rPr lang="en"/>
              <a:t>log in to Google Cloud Platform using the Google ID associated with your Google Cloud Billing Account.</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5e284bdc2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5e284bdc2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the dropdown menu on the top left and click on Billing.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5e284bdc2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5e284bdc2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may be automatically directed to view a specific Billing Account. If you see information about a single account (and it’s not the one you’re interested in), you can get back to the list of all your Billing Accounts by clicking “Manage Billing Accounts” from the drop-down menu.</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5e284bdc2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5e284bdc2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name of the Billing Account you want to set alerts for.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5e284bdc2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5e284bdc2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left-hand menu, click “Budgets &amp; alerts”.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5e284bdc2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5e284bdc2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the “Create Budget” tab.</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5e284bdc2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5e284bdc2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a name for your budget, and then choose which projects you want to monitor. Then click “Next”.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5e284bdc2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5e284bdc2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Budget Type, select “Specified amount”. Enter the total budget amount for the month (you will set alerts at different thresholds in the next step). Click “Next” (do not click “Finish”).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15e284bdc2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15e284bdc2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the threshold amounts where you want to receive an alert. We recommend starting with 50% and 90%. You can set other alerts if you prefer.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15e284bdc2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15e284bdc2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the box for “Email alerts to billing admins and users”, then click “Finish”. Now you (as the owner and admin), along with anyone you added with admin or user privileges (e.g. lab managers) will receive alerts when your lab members reach the specified spending thresholds. These emails will be sent to the Gmail accounts associated with the Billing Account.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15e284bdc2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15e284bdc2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edit your budget alerts at any time by going to Billing, then Budgets &amp; alerts, then clicking on the name of the budget you want to edit.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6.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Set Budget Alerts for </a:t>
            </a:r>
            <a:r>
              <a:rPr lang="en"/>
              <a:t>GCP</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0" name="Google Shape;160;p15"/>
          <p:cNvPicPr preferRelativeResize="0"/>
          <p:nvPr/>
        </p:nvPicPr>
        <p:blipFill>
          <a:blip r:embed="rId5">
            <a:alphaModFix/>
          </a:blip>
          <a:stretch>
            <a:fillRect/>
          </a:stretch>
        </p:blipFill>
        <p:spPr>
          <a:xfrm>
            <a:off x="152400" y="1598488"/>
            <a:ext cx="8839204" cy="1946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select billing from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1598488"/>
            <a:ext cx="8839204" cy="1946524"/>
          </a:xfrm>
          <a:prstGeom prst="rect">
            <a:avLst/>
          </a:prstGeom>
          <a:noFill/>
          <a:ln>
            <a:noFill/>
          </a:ln>
        </p:spPr>
      </p:pic>
      <p:sp>
        <p:nvSpPr>
          <p:cNvPr id="167" name="Google Shape;167;p16"/>
          <p:cNvSpPr/>
          <p:nvPr/>
        </p:nvSpPr>
        <p:spPr>
          <a:xfrm>
            <a:off x="215675" y="2657838"/>
            <a:ext cx="795600" cy="32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idx="1" type="body"/>
          </p:nvPr>
        </p:nvSpPr>
        <p:spPr>
          <a:xfrm>
            <a:off x="418425" y="4682350"/>
            <a:ext cx="62904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https://console.cloud.google.com/billing/</a:t>
            </a:r>
            <a:r>
              <a:rPr lang="en"/>
              <a:t> dropdown menu for an individual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3" name="Google Shape;173;p17"/>
          <p:cNvPicPr preferRelativeResize="0"/>
          <p:nvPr/>
        </p:nvPicPr>
        <p:blipFill>
          <a:blip r:embed="rId5">
            <a:alphaModFix/>
          </a:blip>
          <a:stretch>
            <a:fillRect/>
          </a:stretch>
        </p:blipFill>
        <p:spPr>
          <a:xfrm>
            <a:off x="152400" y="1173363"/>
            <a:ext cx="8839204" cy="2796779"/>
          </a:xfrm>
          <a:prstGeom prst="rect">
            <a:avLst/>
          </a:prstGeom>
          <a:noFill/>
          <a:ln>
            <a:noFill/>
          </a:ln>
        </p:spPr>
      </p:pic>
      <p:pic>
        <p:nvPicPr>
          <p:cNvPr id="174" name="Google Shape;174;p17"/>
          <p:cNvPicPr preferRelativeResize="0"/>
          <p:nvPr/>
        </p:nvPicPr>
        <p:blipFill>
          <a:blip r:embed="rId6">
            <a:alphaModFix/>
          </a:blip>
          <a:stretch>
            <a:fillRect/>
          </a:stretch>
        </p:blipFill>
        <p:spPr>
          <a:xfrm>
            <a:off x="2867250" y="1768757"/>
            <a:ext cx="2038350" cy="1238243"/>
          </a:xfrm>
          <a:prstGeom prst="rect">
            <a:avLst/>
          </a:prstGeom>
          <a:noFill/>
          <a:ln>
            <a:noFill/>
          </a:ln>
        </p:spPr>
      </p:pic>
      <p:sp>
        <p:nvSpPr>
          <p:cNvPr id="175" name="Google Shape;175;p17"/>
          <p:cNvSpPr/>
          <p:nvPr/>
        </p:nvSpPr>
        <p:spPr>
          <a:xfrm>
            <a:off x="2867250" y="1504750"/>
            <a:ext cx="10296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2895900" y="2643225"/>
            <a:ext cx="18702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https://console.cloud.google.com/billing</a:t>
            </a:r>
            <a:r>
              <a:rPr lang="en"/>
              <a: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2" name="Google Shape;182;p18"/>
          <p:cNvPicPr preferRelativeResize="0"/>
          <p:nvPr/>
        </p:nvPicPr>
        <p:blipFill>
          <a:blip r:embed="rId5">
            <a:alphaModFix/>
          </a:blip>
          <a:stretch>
            <a:fillRect/>
          </a:stretch>
        </p:blipFill>
        <p:spPr>
          <a:xfrm>
            <a:off x="152400" y="1505688"/>
            <a:ext cx="8839204" cy="2132113"/>
          </a:xfrm>
          <a:prstGeom prst="rect">
            <a:avLst/>
          </a:prstGeom>
          <a:noFill/>
          <a:ln>
            <a:noFill/>
          </a:ln>
        </p:spPr>
      </p:pic>
      <p:sp>
        <p:nvSpPr>
          <p:cNvPr id="183" name="Google Shape;183;p18"/>
          <p:cNvSpPr/>
          <p:nvPr/>
        </p:nvSpPr>
        <p:spPr>
          <a:xfrm>
            <a:off x="634975" y="3314100"/>
            <a:ext cx="9723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select budgets and alerts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9" name="Google Shape;189;p19"/>
          <p:cNvPicPr preferRelativeResize="0"/>
          <p:nvPr/>
        </p:nvPicPr>
        <p:blipFill>
          <a:blip r:embed="rId5">
            <a:alphaModFix/>
          </a:blip>
          <a:stretch>
            <a:fillRect/>
          </a:stretch>
        </p:blipFill>
        <p:spPr>
          <a:xfrm>
            <a:off x="152400" y="1173363"/>
            <a:ext cx="8839204" cy="2796779"/>
          </a:xfrm>
          <a:prstGeom prst="rect">
            <a:avLst/>
          </a:prstGeom>
          <a:noFill/>
          <a:ln>
            <a:noFill/>
          </a:ln>
        </p:spPr>
      </p:pic>
      <p:sp>
        <p:nvSpPr>
          <p:cNvPr id="190" name="Google Shape;190;p19"/>
          <p:cNvSpPr/>
          <p:nvPr/>
        </p:nvSpPr>
        <p:spPr>
          <a:xfrm>
            <a:off x="484632" y="3273034"/>
            <a:ext cx="859500" cy="269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create budget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6" name="Google Shape;196;p20"/>
          <p:cNvPicPr preferRelativeResize="0"/>
          <p:nvPr/>
        </p:nvPicPr>
        <p:blipFill>
          <a:blip r:embed="rId5">
            <a:alphaModFix/>
          </a:blip>
          <a:stretch>
            <a:fillRect/>
          </a:stretch>
        </p:blipFill>
        <p:spPr>
          <a:xfrm>
            <a:off x="152400" y="1367575"/>
            <a:ext cx="8839204" cy="2408338"/>
          </a:xfrm>
          <a:prstGeom prst="rect">
            <a:avLst/>
          </a:prstGeom>
          <a:noFill/>
          <a:ln>
            <a:noFill/>
          </a:ln>
        </p:spPr>
      </p:pic>
      <p:sp>
        <p:nvSpPr>
          <p:cNvPr id="197" name="Google Shape;197;p20"/>
          <p:cNvSpPr/>
          <p:nvPr/>
        </p:nvSpPr>
        <p:spPr>
          <a:xfrm>
            <a:off x="4845399" y="1721600"/>
            <a:ext cx="1011000" cy="269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set budget scope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03" name="Google Shape;203;p21"/>
          <p:cNvPicPr preferRelativeResize="0"/>
          <p:nvPr/>
        </p:nvPicPr>
        <p:blipFill>
          <a:blip r:embed="rId5">
            <a:alphaModFix/>
          </a:blip>
          <a:stretch>
            <a:fillRect/>
          </a:stretch>
        </p:blipFill>
        <p:spPr>
          <a:xfrm>
            <a:off x="152400" y="152400"/>
            <a:ext cx="8763658" cy="4377550"/>
          </a:xfrm>
          <a:prstGeom prst="rect">
            <a:avLst/>
          </a:prstGeom>
          <a:noFill/>
          <a:ln>
            <a:noFill/>
          </a:ln>
        </p:spPr>
      </p:pic>
      <p:sp>
        <p:nvSpPr>
          <p:cNvPr id="204" name="Google Shape;204;p21"/>
          <p:cNvSpPr/>
          <p:nvPr/>
        </p:nvSpPr>
        <p:spPr>
          <a:xfrm>
            <a:off x="2313432" y="1874520"/>
            <a:ext cx="3203100" cy="418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
          <p:cNvSpPr/>
          <p:nvPr/>
        </p:nvSpPr>
        <p:spPr>
          <a:xfrm>
            <a:off x="2313432" y="1188720"/>
            <a:ext cx="3203100" cy="418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
          <p:cNvSpPr/>
          <p:nvPr/>
        </p:nvSpPr>
        <p:spPr>
          <a:xfrm>
            <a:off x="2331720" y="4260550"/>
            <a:ext cx="420300" cy="269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set budget amount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12" name="Google Shape;212;p22"/>
          <p:cNvPicPr preferRelativeResize="0"/>
          <p:nvPr/>
        </p:nvPicPr>
        <p:blipFill>
          <a:blip r:embed="rId5">
            <a:alphaModFix/>
          </a:blip>
          <a:stretch>
            <a:fillRect/>
          </a:stretch>
        </p:blipFill>
        <p:spPr>
          <a:xfrm>
            <a:off x="152400" y="152400"/>
            <a:ext cx="8839204" cy="4000948"/>
          </a:xfrm>
          <a:prstGeom prst="rect">
            <a:avLst/>
          </a:prstGeom>
          <a:noFill/>
          <a:ln>
            <a:noFill/>
          </a:ln>
        </p:spPr>
      </p:pic>
      <p:sp>
        <p:nvSpPr>
          <p:cNvPr id="213" name="Google Shape;213;p22"/>
          <p:cNvSpPr/>
          <p:nvPr/>
        </p:nvSpPr>
        <p:spPr>
          <a:xfrm>
            <a:off x="2313432" y="1956816"/>
            <a:ext cx="3203100" cy="418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p:nvPr/>
        </p:nvSpPr>
        <p:spPr>
          <a:xfrm>
            <a:off x="2286000" y="2496312"/>
            <a:ext cx="3203100" cy="418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2"/>
          <p:cNvSpPr/>
          <p:nvPr/>
        </p:nvSpPr>
        <p:spPr>
          <a:xfrm>
            <a:off x="2313420" y="3035808"/>
            <a:ext cx="420300" cy="269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set budget action thresholds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21" name="Google Shape;221;p23"/>
          <p:cNvPicPr preferRelativeResize="0"/>
          <p:nvPr/>
        </p:nvPicPr>
        <p:blipFill>
          <a:blip r:embed="rId5">
            <a:alphaModFix/>
          </a:blip>
          <a:stretch>
            <a:fillRect/>
          </a:stretch>
        </p:blipFill>
        <p:spPr>
          <a:xfrm>
            <a:off x="152400" y="828075"/>
            <a:ext cx="8839204" cy="3487342"/>
          </a:xfrm>
          <a:prstGeom prst="rect">
            <a:avLst/>
          </a:prstGeom>
          <a:noFill/>
          <a:ln>
            <a:noFill/>
          </a:ln>
        </p:spPr>
      </p:pic>
      <p:sp>
        <p:nvSpPr>
          <p:cNvPr id="222" name="Google Shape;222;p23"/>
          <p:cNvSpPr/>
          <p:nvPr/>
        </p:nvSpPr>
        <p:spPr>
          <a:xfrm>
            <a:off x="2208675" y="2647969"/>
            <a:ext cx="3474600" cy="1321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set budget notifications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28" name="Google Shape;228;p24"/>
          <p:cNvPicPr preferRelativeResize="0"/>
          <p:nvPr/>
        </p:nvPicPr>
        <p:blipFill>
          <a:blip r:embed="rId5">
            <a:alphaModFix/>
          </a:blip>
          <a:stretch>
            <a:fillRect/>
          </a:stretch>
        </p:blipFill>
        <p:spPr>
          <a:xfrm>
            <a:off x="152400" y="152400"/>
            <a:ext cx="8839204" cy="4333282"/>
          </a:xfrm>
          <a:prstGeom prst="rect">
            <a:avLst/>
          </a:prstGeom>
          <a:noFill/>
          <a:ln>
            <a:noFill/>
          </a:ln>
        </p:spPr>
      </p:pic>
      <p:sp>
        <p:nvSpPr>
          <p:cNvPr id="229" name="Google Shape;229;p24"/>
          <p:cNvSpPr/>
          <p:nvPr/>
        </p:nvSpPr>
        <p:spPr>
          <a:xfrm>
            <a:off x="2066544" y="4114800"/>
            <a:ext cx="530400" cy="32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4"/>
          <p:cNvSpPr/>
          <p:nvPr/>
        </p:nvSpPr>
        <p:spPr>
          <a:xfrm>
            <a:off x="2286000" y="1525100"/>
            <a:ext cx="2011800" cy="301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https://console.cloud.google.com/billing/</a:t>
            </a:r>
            <a:r>
              <a:rPr lang="en"/>
              <a:t> view and edit budget alerts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36" name="Google Shape;236;p25"/>
          <p:cNvPicPr preferRelativeResize="0"/>
          <p:nvPr/>
        </p:nvPicPr>
        <p:blipFill>
          <a:blip r:embed="rId5">
            <a:alphaModFix/>
          </a:blip>
          <a:stretch>
            <a:fillRect/>
          </a:stretch>
        </p:blipFill>
        <p:spPr>
          <a:xfrm>
            <a:off x="152400" y="1106463"/>
            <a:ext cx="8839204" cy="2930576"/>
          </a:xfrm>
          <a:prstGeom prst="rect">
            <a:avLst/>
          </a:prstGeom>
          <a:noFill/>
          <a:ln>
            <a:noFill/>
          </a:ln>
        </p:spPr>
      </p:pic>
      <p:sp>
        <p:nvSpPr>
          <p:cNvPr id="237" name="Google Shape;237;p25"/>
          <p:cNvSpPr/>
          <p:nvPr/>
        </p:nvSpPr>
        <p:spPr>
          <a:xfrm>
            <a:off x="2262225" y="3374025"/>
            <a:ext cx="798600" cy="292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228607" y="3456525"/>
            <a:ext cx="1155000" cy="32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a:off x="152404" y="1435575"/>
            <a:ext cx="867900" cy="32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
          <p:cNvSpPr/>
          <p:nvPr/>
        </p:nvSpPr>
        <p:spPr>
          <a:xfrm>
            <a:off x="228600" y="1106475"/>
            <a:ext cx="274200" cy="32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