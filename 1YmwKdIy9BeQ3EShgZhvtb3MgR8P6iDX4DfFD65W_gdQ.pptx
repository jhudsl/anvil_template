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cc4fbee20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cc4fbee20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d846ed983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d846ed983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d995d548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d995d548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c4fbee20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cc4fbee20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it work?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cc4fbee20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cc4fbee20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c4fbee20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cc4fbee20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Hihihi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hyperlink" Target="https://creativecommons.org/licenses/by/4.0/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1" name="Google Shape;11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/>
          <p:nvPr/>
        </p:nvSpPr>
        <p:spPr>
          <a:xfrm rot="5400000">
            <a:off x="7500300" y="5"/>
            <a:ext cx="1643700" cy="1643700"/>
          </a:xfrm>
          <a:prstGeom prst="diagStripe">
            <a:avLst>
              <a:gd fmla="val 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55670" y="4349613"/>
            <a:ext cx="840856" cy="74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6100" y="4435326"/>
            <a:ext cx="747825" cy="5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3" name="Google Shape;23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" name="Google Shape;41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3"/>
          <p:cNvSpPr txBox="1"/>
          <p:nvPr/>
        </p:nvSpPr>
        <p:spPr>
          <a:xfrm>
            <a:off x="6833375" y="479432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6" name="Google Shape;46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49" name="Google Shape;49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7216650" y="4792250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4" name="Google Shape;54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5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/>
          <p:nvPr/>
        </p:nvSpPr>
        <p:spPr>
          <a:xfrm>
            <a:off x="1409625" y="1455425"/>
            <a:ext cx="37395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Except where otherwise indicated, The contents of this slide presentation are available for use under the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license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You are free to adapt and share the work, but you must give appropriate credit, provide a link to the license, and indicate if changes were made.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Sample attribution: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[Title of work] by Johns Hopkins Data Science Lab.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 4.0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2" name="Google Shape;62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6"/>
          <p:cNvSpPr txBox="1"/>
          <p:nvPr>
            <p:ph type="title"/>
          </p:nvPr>
        </p:nvSpPr>
        <p:spPr>
          <a:xfrm>
            <a:off x="1297500" y="393750"/>
            <a:ext cx="7807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6"/>
          <p:cNvSpPr txBox="1"/>
          <p:nvPr/>
        </p:nvSpPr>
        <p:spPr>
          <a:xfrm>
            <a:off x="7216650" y="4792250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7"/>
          <p:cNvSpPr txBox="1"/>
          <p:nvPr/>
        </p:nvSpPr>
        <p:spPr>
          <a:xfrm>
            <a:off x="7216650" y="4792250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7" name="Google Shape;77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8"/>
          <p:cNvSpPr txBox="1"/>
          <p:nvPr/>
        </p:nvSpPr>
        <p:spPr>
          <a:xfrm>
            <a:off x="6789575" y="479432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0" name="Google Shape;10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1800">
                <a:solidFill>
                  <a:srgbClr val="66666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4" name="Google Shape;104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05" name="Google Shape;10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3237" y="4724428"/>
            <a:ext cx="428721" cy="393609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</a:lstStyle>
          <a:p/>
        </p:txBody>
      </p:sp>
      <p:sp>
        <p:nvSpPr>
          <p:cNvPr id="111" name="Google Shape;11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0"/>
          <p:cNvSpPr txBox="1"/>
          <p:nvPr/>
        </p:nvSpPr>
        <p:spPr>
          <a:xfrm>
            <a:off x="7064250" y="4792250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5" name="Google Shape;115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4" name="Google Shape;134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5" name="Google Shape;13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11"/>
          <p:cNvSpPr txBox="1"/>
          <p:nvPr/>
        </p:nvSpPr>
        <p:spPr>
          <a:xfrm>
            <a:off x="6911850" y="4792250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9" name="Google Shape;139;p12"/>
          <p:cNvGrpSpPr/>
          <p:nvPr/>
        </p:nvGrpSpPr>
        <p:grpSpPr>
          <a:xfrm rot="-1636999">
            <a:off x="-492896" y="75907"/>
            <a:ext cx="9143627" cy="5143783"/>
            <a:chOff x="4406400" y="0"/>
            <a:chExt cx="4737600" cy="5143065"/>
          </a:xfrm>
        </p:grpSpPr>
        <p:sp>
          <p:nvSpPr>
            <p:cNvPr id="140" name="Google Shape;140;p12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2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2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2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2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2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2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2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2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2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2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2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2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2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2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2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2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2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163" name="Google Shape;163;p13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Subtitle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/>
        </p:nvSpPr>
        <p:spPr>
          <a:xfrm>
            <a:off x="1120825" y="452375"/>
            <a:ext cx="78822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Terms of Use</a:t>
            </a:r>
            <a:endParaRPr sz="41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9" name="Google Shape;1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point!!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</a:t>
            </a:r>
            <a:endParaRPr/>
          </a:p>
        </p:txBody>
      </p:sp>
      <p:sp>
        <p:nvSpPr>
          <p:cNvPr id="188" name="Google Shape;188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/>
              <a:t>Item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/>
              <a:t>Item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/>
              <a:t>Item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 source for images here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000000"/>
      </a:lt1>
      <a:dk2>
        <a:srgbClr val="000000"/>
      </a:dk2>
      <a:lt2>
        <a:srgbClr val="000000"/>
      </a:lt2>
      <a:accent1>
        <a:srgbClr val="DABF24"/>
      </a:accent1>
      <a:accent2>
        <a:srgbClr val="DABF24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