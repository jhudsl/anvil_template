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Introduction to Workspaces on AnVIL!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5172664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f5172664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5172664d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5172664d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5172664d7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5172664d7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f5172664d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f5172664d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5172664d7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5172664d7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5172664d7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5172664d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5172664d7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5172664d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5172664d7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5172664d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172664d7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172664d7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f3888d99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0f3888d99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f3888d9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f3888d9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f3888d99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0f3888d99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0f3888d99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0f3888d99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52847" y="4331125"/>
            <a:ext cx="810900" cy="7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17840" r="20320" t="0"/>
          <a:stretch/>
        </p:blipFill>
        <p:spPr>
          <a:xfrm>
            <a:off x="6969175" y="4319250"/>
            <a:ext cx="810900" cy="7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688" y="4466350"/>
            <a:ext cx="1277302" cy="37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4" name="Google Shape;24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5" name="Google Shape;55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Johns Hopkins Data Science Lab.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" name="Google Shape;6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6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9" name="Google Shape;79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2" name="Google Shape;102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0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11" name="Google Shape;11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8" name="Google Shape;11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jhudatascience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hyperlink" Target="https://anvil.terra.bio/#workspaces" TargetMode="External"/><Relationship Id="rId5" Type="http://schemas.openxmlformats.org/officeDocument/2006/relationships/hyperlink" Target="https://creativecommons.org/licenses/by/4.0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hyperlink" Target="https://anvil.terra.bio/#workspaces" TargetMode="External"/><Relationship Id="rId5" Type="http://schemas.openxmlformats.org/officeDocument/2006/relationships/hyperlink" Target="https://creativecommons.org/licenses/by/4.0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hyperlink" Target="https://anvil.terra.bio/#workspaces" TargetMode="External"/><Relationship Id="rId5" Type="http://schemas.openxmlformats.org/officeDocument/2006/relationships/hyperlink" Target="https://creativecommons.org/licenses/by/4.0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hyperlink" Target="https://anvil.terra.bio/#workspaces" TargetMode="External"/><Relationship Id="rId5" Type="http://schemas.openxmlformats.org/officeDocument/2006/relationships/hyperlink" Target="https://creativecommons.org/licenses/by/4.0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hyperlink" Target="https://anvil.terra.bio/#workspaces/pathogen-genomic-surveillance/COVID-19" TargetMode="External"/><Relationship Id="rId5" Type="http://schemas.openxmlformats.org/officeDocument/2006/relationships/hyperlink" Target="https://creativecommons.org/licenses/by/4.0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nvil.terra.bio/#workspaces/pathogen-genomic-surveillance/COVID-19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nvil.terra.bio/#workspaces/pathogen-genomic-surveillance/COVID-19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anvil.terra.bio/#workspaces/pathogen-genomic-surveillance/COVID-19" TargetMode="External"/><Relationship Id="rId5" Type="http://schemas.openxmlformats.org/officeDocument/2006/relationships/hyperlink" Target="https://creativecommons.org/licenses/by/4.0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nvil.terra.bio/#workspaces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nvil.terra.bio/#workspaces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nvil.terra.bio/#workspaces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nvil.terra.bio/#workspaces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Workspaces Figures</a:t>
            </a:r>
            <a:endParaRPr/>
          </a:p>
        </p:txBody>
      </p:sp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of Use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52" y="323851"/>
            <a:ext cx="8752896" cy="434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https://anvil.terra.bio/#workspaces</a:t>
            </a:r>
            <a:r>
              <a:rPr lang="en"/>
              <a:t> </a:t>
            </a:r>
            <a:r>
              <a:rPr lang="en"/>
              <a:t>Workspaces screenshot by Ava Hoffman.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355550" y="1540875"/>
            <a:ext cx="12894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80" y="400050"/>
            <a:ext cx="8696039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https://anvil.terra.bio/#workspaces</a:t>
            </a:r>
            <a:r>
              <a:rPr lang="en"/>
              <a:t> Workspaces screenshot by Ava Hoffman.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3141675" y="1597550"/>
            <a:ext cx="10545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2" y="400050"/>
            <a:ext cx="8697657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https://anvil.terra.bio/#workspaces</a:t>
            </a:r>
            <a:r>
              <a:rPr lang="en"/>
              <a:t> Workspaces screenshot by Ava Hoffman.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417050" y="455550"/>
            <a:ext cx="7224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2" y="400050"/>
            <a:ext cx="8697657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https://anvil.terra.bio/#workspaces</a:t>
            </a:r>
            <a:r>
              <a:rPr lang="en"/>
              <a:t> Workspaces screenshot by Ava Hoffman.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8375250" y="2253600"/>
            <a:ext cx="290100" cy="2415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7515250" y="2012100"/>
            <a:ext cx="544200" cy="2415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61" y="400050"/>
            <a:ext cx="8659077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https://anvil.terra.bio/#workspaces/pathogen-genomic-surveillance/COVID-19</a:t>
            </a:r>
            <a:r>
              <a:rPr lang="en"/>
              <a:t>  Workspace screenshot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Ava Hoffman.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8423850" y="884850"/>
            <a:ext cx="3885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644825" y="1249300"/>
            <a:ext cx="544200" cy="2172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https://anvil.terra.bio/#workspaces/pathogen-genomic-surveillance/COVID-19</a:t>
            </a:r>
            <a:r>
              <a:rPr lang="en"/>
              <a:t>  clone a Workspace popout screenshot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Ava Hoffman.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6525" y="152400"/>
            <a:ext cx="5290950" cy="461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/>
          <p:nvPr/>
        </p:nvSpPr>
        <p:spPr>
          <a:xfrm>
            <a:off x="2793400" y="1046825"/>
            <a:ext cx="2050500" cy="243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2746300" y="1694775"/>
            <a:ext cx="16038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https://anvil.terra.bio/#workspaces/pathogen-genomic-surveillance/COVID-19</a:t>
            </a:r>
            <a:r>
              <a:rPr lang="en"/>
              <a:t>  clone a Workspace popout screenshot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Ava Hoffman.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2793400" y="1046825"/>
            <a:ext cx="2050500" cy="243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0768" y="115062"/>
            <a:ext cx="5622464" cy="46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2713900" y="3606200"/>
            <a:ext cx="11340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75" y="1128350"/>
            <a:ext cx="8684250" cy="28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5036875" y="2571750"/>
            <a:ext cx="3354600" cy="767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https://anvil.terra.bio/#workspaces/pathogen-genomic-surveillance/COVID-19</a:t>
            </a:r>
            <a:r>
              <a:rPr lang="en"/>
              <a:t>  clone a Workspace popout screenshot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Ava Hoffman.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</a:t>
            </a:r>
            <a:r>
              <a:rPr lang="en"/>
              <a:t> navigate to workspaces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30900"/>
            <a:ext cx="8839204" cy="248171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156950" y="1401875"/>
            <a:ext cx="4659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233150" y="2359152"/>
            <a:ext cx="13869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</a:t>
            </a:r>
            <a:r>
              <a:rPr lang="en"/>
              <a:t> view My Workspaces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227" name="Google Shape;22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839204" cy="4203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/>
          <p:nvPr/>
        </p:nvSpPr>
        <p:spPr>
          <a:xfrm>
            <a:off x="290400" y="1401875"/>
            <a:ext cx="13869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7016400" y="1717775"/>
            <a:ext cx="1034400" cy="22935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</a:t>
            </a:r>
            <a:r>
              <a:rPr lang="en"/>
              <a:t> Workspace name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235" name="Google Shape;2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839204" cy="4203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/>
          <p:nvPr/>
        </p:nvSpPr>
        <p:spPr>
          <a:xfrm>
            <a:off x="346325" y="3638175"/>
            <a:ext cx="21834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https://anvil.terra.bio/#workspaces</a:t>
            </a:r>
            <a:r>
              <a:rPr lang="en"/>
              <a:t> example Terra  Workspace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839204" cy="39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/>
          <p:nvPr/>
        </p:nvSpPr>
        <p:spPr>
          <a:xfrm>
            <a:off x="152400" y="549275"/>
            <a:ext cx="770100" cy="315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DABF24"/>
      </a:accent1>
      <a:accent2>
        <a:srgbClr val="DABF24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